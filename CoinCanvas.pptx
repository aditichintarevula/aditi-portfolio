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  <p:sldMasterId id="2147483673" r:id="rId2"/>
    <p:sldMasterId id="2147483840" r:id="rId3"/>
    <p:sldMasterId id="2147483660" r:id="rId4"/>
  </p:sldMasterIdLst>
  <p:sldIdLst>
    <p:sldId id="267" r:id="rId5"/>
    <p:sldId id="266" r:id="rId6"/>
    <p:sldId id="264" r:id="rId7"/>
    <p:sldId id="282" r:id="rId8"/>
    <p:sldId id="280" r:id="rId9"/>
    <p:sldId id="269" r:id="rId10"/>
    <p:sldId id="273" r:id="rId11"/>
    <p:sldId id="275" r:id="rId12"/>
    <p:sldId id="278" r:id="rId13"/>
    <p:sldId id="279" r:id="rId14"/>
    <p:sldId id="277" r:id="rId15"/>
    <p:sldId id="261" r:id="rId16"/>
    <p:sldId id="263" r:id="rId17"/>
    <p:sldId id="281" r:id="rId18"/>
    <p:sldId id="284" r:id="rId19"/>
    <p:sldId id="25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5BA4D7-5CF9-CDD1-CDE3-88074151971C}" v="136" dt="2023-12-01T16:16:03.027"/>
    <p1510:client id="{B8C94C1A-8AFE-47AA-9783-B8AED59A1A37}" v="86" dt="2023-10-19T16:12:37.8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77" d="100"/>
          <a:sy n="77" d="100"/>
        </p:scale>
        <p:origin x="80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sv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svg"/><Relationship Id="rId4" Type="http://schemas.openxmlformats.org/officeDocument/2006/relationships/image" Target="../media/image33.svg"/><Relationship Id="rId9" Type="http://schemas.openxmlformats.org/officeDocument/2006/relationships/image" Target="../media/image38.png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svg"/><Relationship Id="rId1" Type="http://schemas.openxmlformats.org/officeDocument/2006/relationships/image" Target="../media/image42.pn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4" Type="http://schemas.openxmlformats.org/officeDocument/2006/relationships/image" Target="../media/image37.svg"/></Relationships>
</file>

<file path=ppt/diagrams/_rels/data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svg"/><Relationship Id="rId1" Type="http://schemas.openxmlformats.org/officeDocument/2006/relationships/image" Target="../media/image44.pn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sv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12" Type="http://schemas.openxmlformats.org/officeDocument/2006/relationships/image" Target="../media/image57.svg"/><Relationship Id="rId2" Type="http://schemas.openxmlformats.org/officeDocument/2006/relationships/image" Target="../media/image47.svg"/><Relationship Id="rId1" Type="http://schemas.openxmlformats.org/officeDocument/2006/relationships/image" Target="../media/image46.png"/><Relationship Id="rId6" Type="http://schemas.openxmlformats.org/officeDocument/2006/relationships/image" Target="../media/image51.sv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0" Type="http://schemas.openxmlformats.org/officeDocument/2006/relationships/image" Target="../media/image55.svg"/><Relationship Id="rId4" Type="http://schemas.openxmlformats.org/officeDocument/2006/relationships/image" Target="../media/image49.svg"/><Relationship Id="rId9" Type="http://schemas.openxmlformats.org/officeDocument/2006/relationships/image" Target="../media/image54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sv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svg"/><Relationship Id="rId4" Type="http://schemas.openxmlformats.org/officeDocument/2006/relationships/image" Target="../media/image33.svg"/><Relationship Id="rId9" Type="http://schemas.openxmlformats.org/officeDocument/2006/relationships/image" Target="../media/image38.pn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svg"/><Relationship Id="rId1" Type="http://schemas.openxmlformats.org/officeDocument/2006/relationships/image" Target="../media/image42.pn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4" Type="http://schemas.openxmlformats.org/officeDocument/2006/relationships/image" Target="../media/image37.svg"/></Relationships>
</file>

<file path=ppt/diagrams/_rels/drawing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svg"/><Relationship Id="rId1" Type="http://schemas.openxmlformats.org/officeDocument/2006/relationships/image" Target="../media/image44.pn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sv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12" Type="http://schemas.openxmlformats.org/officeDocument/2006/relationships/image" Target="../media/image57.svg"/><Relationship Id="rId2" Type="http://schemas.openxmlformats.org/officeDocument/2006/relationships/image" Target="../media/image47.svg"/><Relationship Id="rId1" Type="http://schemas.openxmlformats.org/officeDocument/2006/relationships/image" Target="../media/image46.png"/><Relationship Id="rId6" Type="http://schemas.openxmlformats.org/officeDocument/2006/relationships/image" Target="../media/image51.sv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0" Type="http://schemas.openxmlformats.org/officeDocument/2006/relationships/image" Target="../media/image55.svg"/><Relationship Id="rId4" Type="http://schemas.openxmlformats.org/officeDocument/2006/relationships/image" Target="../media/image49.svg"/><Relationship Id="rId9" Type="http://schemas.openxmlformats.org/officeDocument/2006/relationships/image" Target="../media/image5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5_2">
  <dgm:title val=""/>
  <dgm:desc val=""/>
  <dgm:catLst>
    <dgm:cat type="accent5" pri="15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5_2">
  <dgm:title val=""/>
  <dgm:desc val=""/>
  <dgm:catLst>
    <dgm:cat type="accent5" pri="15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DE6C5DB-F4D4-4D0E-96A4-DF821972FE3C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A57843F6-3A5B-4E5C-B5E6-026C9638EA1E}">
      <dgm:prSet phldr="0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dirty="0"/>
            <a:t>User-Friendly Interface</a:t>
          </a:r>
          <a:endParaRPr lang="en-US" b="1" dirty="0">
            <a:latin typeface="Arial Nova Light" panose="020B0502020104020203"/>
          </a:endParaRPr>
        </a:p>
      </dgm:t>
    </dgm:pt>
    <dgm:pt modelId="{F77B28CC-B58A-4DC7-9A35-2FDB43C747FC}" type="parTrans" cxnId="{522F907F-903A-4DB4-979D-C881F22D7D2B}">
      <dgm:prSet/>
      <dgm:spPr/>
    </dgm:pt>
    <dgm:pt modelId="{62425124-0BF0-4DCA-9445-849785B7F465}" type="sibTrans" cxnId="{522F907F-903A-4DB4-979D-C881F22D7D2B}">
      <dgm:prSet/>
      <dgm:spPr/>
      <dgm:t>
        <a:bodyPr/>
        <a:lstStyle/>
        <a:p>
          <a:endParaRPr lang="en-US"/>
        </a:p>
      </dgm:t>
    </dgm:pt>
    <dgm:pt modelId="{CF628A91-5E00-4962-AC83-3AFEB7947F03}">
      <dgm:prSet phldr="0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dirty="0"/>
            <a:t>Transaction Categorization</a:t>
          </a:r>
          <a:endParaRPr lang="en-US" b="0" dirty="0">
            <a:latin typeface="Arial Nova Light" panose="020B0502020104020203"/>
          </a:endParaRPr>
        </a:p>
      </dgm:t>
    </dgm:pt>
    <dgm:pt modelId="{9F333BBD-6504-4E96-B93E-B54083EC01C3}" type="parTrans" cxnId="{668BC966-8406-48FE-AEB8-ABFB88C349AE}">
      <dgm:prSet/>
      <dgm:spPr/>
    </dgm:pt>
    <dgm:pt modelId="{071B2BA2-9F57-49BC-A21E-277880A02ADA}" type="sibTrans" cxnId="{668BC966-8406-48FE-AEB8-ABFB88C349AE}">
      <dgm:prSet/>
      <dgm:spPr/>
    </dgm:pt>
    <dgm:pt modelId="{45C769B9-832E-4D9F-B114-4BAF87F77F5A}">
      <dgm:prSet phldr="0"/>
      <dgm:spPr/>
      <dgm:t>
        <a:bodyPr/>
        <a:lstStyle/>
        <a:p>
          <a:pPr rtl="0">
            <a:lnSpc>
              <a:spcPct val="100000"/>
            </a:lnSpc>
            <a:defRPr cap="all"/>
          </a:pPr>
          <a:r>
            <a:rPr lang="en-US" b="1" dirty="0"/>
            <a:t>Dynamic</a:t>
          </a:r>
          <a:r>
            <a:rPr lang="en-US" b="1" dirty="0">
              <a:latin typeface="Arial Nova Light" panose="020B0502020104020203"/>
            </a:rPr>
            <a:t> Doughnut</a:t>
          </a:r>
          <a:r>
            <a:rPr lang="en-US" b="1" dirty="0"/>
            <a:t> Charts</a:t>
          </a:r>
          <a:endParaRPr lang="en-US" b="1" dirty="0">
            <a:latin typeface="Arial Nova Light" panose="020B0502020104020203"/>
          </a:endParaRPr>
        </a:p>
      </dgm:t>
    </dgm:pt>
    <dgm:pt modelId="{F919876A-E7EB-436A-A561-07BDE0DC5634}" type="parTrans" cxnId="{1D987C32-4960-4BF9-A281-2743DCA678D4}">
      <dgm:prSet/>
      <dgm:spPr/>
    </dgm:pt>
    <dgm:pt modelId="{BB2F879B-1325-4FE2-987E-10E1AA0EFC59}" type="sibTrans" cxnId="{1D987C32-4960-4BF9-A281-2743DCA678D4}">
      <dgm:prSet/>
      <dgm:spPr/>
    </dgm:pt>
    <dgm:pt modelId="{CBBBBB1C-D8AD-4619-991A-0396094CBB94}">
      <dgm:prSet phldr="0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dirty="0"/>
            <a:t>Transaction History</a:t>
          </a:r>
          <a:endParaRPr lang="en-US" b="0" dirty="0">
            <a:latin typeface="Arial Nova Light" panose="020B0502020104020203"/>
          </a:endParaRPr>
        </a:p>
      </dgm:t>
    </dgm:pt>
    <dgm:pt modelId="{974C16CF-9C4E-4977-932C-85C81BDF03E9}" type="parTrans" cxnId="{E8FCAC5B-C08F-4DF5-B2B6-69004F529396}">
      <dgm:prSet/>
      <dgm:spPr/>
    </dgm:pt>
    <dgm:pt modelId="{69C30CA4-1EAF-4EA6-BDEA-22BC90F5B590}" type="sibTrans" cxnId="{E8FCAC5B-C08F-4DF5-B2B6-69004F529396}">
      <dgm:prSet/>
      <dgm:spPr/>
    </dgm:pt>
    <dgm:pt modelId="{0473EE83-C4FA-4C79-986E-62A6B6B7B73C}">
      <dgm:prSet phldr="0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dirty="0"/>
            <a:t>Real-time Balance Tracking</a:t>
          </a:r>
          <a:endParaRPr lang="en-US" dirty="0"/>
        </a:p>
      </dgm:t>
    </dgm:pt>
    <dgm:pt modelId="{768D7829-7228-4C3E-A2E5-9C4EFC1E3524}" type="parTrans" cxnId="{3110E265-6194-4BA6-BBDF-41CA8B10D5BB}">
      <dgm:prSet/>
      <dgm:spPr/>
    </dgm:pt>
    <dgm:pt modelId="{369CA031-E91A-4AA5-A1BE-8D889942BC85}" type="sibTrans" cxnId="{3110E265-6194-4BA6-BBDF-41CA8B10D5BB}">
      <dgm:prSet/>
      <dgm:spPr/>
    </dgm:pt>
    <dgm:pt modelId="{D3BF845E-F0A5-455E-97F9-932BCC036633}" type="pres">
      <dgm:prSet presAssocID="{1DE6C5DB-F4D4-4D0E-96A4-DF821972FE3C}" presName="root" presStyleCnt="0">
        <dgm:presLayoutVars>
          <dgm:dir/>
          <dgm:resizeHandles val="exact"/>
        </dgm:presLayoutVars>
      </dgm:prSet>
      <dgm:spPr/>
    </dgm:pt>
    <dgm:pt modelId="{D2C1DEEC-69DF-4230-8F48-E4E8D51A5AEF}" type="pres">
      <dgm:prSet presAssocID="{A57843F6-3A5B-4E5C-B5E6-026C9638EA1E}" presName="compNode" presStyleCnt="0"/>
      <dgm:spPr/>
    </dgm:pt>
    <dgm:pt modelId="{B04C8CC9-B7BC-40D8-B0DA-E6C3D14EC5D9}" type="pres">
      <dgm:prSet presAssocID="{A57843F6-3A5B-4E5C-B5E6-026C9638EA1E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559651B0-F41D-439F-8F18-DBF9826B445C}" type="pres">
      <dgm:prSet presAssocID="{A57843F6-3A5B-4E5C-B5E6-026C9638EA1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8EA41C8A-5721-424E-8772-877C7DCC1D45}" type="pres">
      <dgm:prSet presAssocID="{A57843F6-3A5B-4E5C-B5E6-026C9638EA1E}" presName="spaceRect" presStyleCnt="0"/>
      <dgm:spPr/>
    </dgm:pt>
    <dgm:pt modelId="{DC5D0453-7DD8-42AF-AA39-67313D3BF9E8}" type="pres">
      <dgm:prSet presAssocID="{A57843F6-3A5B-4E5C-B5E6-026C9638EA1E}" presName="textRect" presStyleLbl="revTx" presStyleIdx="0" presStyleCnt="5">
        <dgm:presLayoutVars>
          <dgm:chMax val="1"/>
          <dgm:chPref val="1"/>
        </dgm:presLayoutVars>
      </dgm:prSet>
      <dgm:spPr/>
    </dgm:pt>
    <dgm:pt modelId="{C4A61718-48A7-450A-BF05-560FE98B2BB7}" type="pres">
      <dgm:prSet presAssocID="{62425124-0BF0-4DCA-9445-849785B7F465}" presName="sibTrans" presStyleCnt="0"/>
      <dgm:spPr/>
    </dgm:pt>
    <dgm:pt modelId="{2ED520A3-A20A-498C-A1A0-5CA75E81532E}" type="pres">
      <dgm:prSet presAssocID="{CF628A91-5E00-4962-AC83-3AFEB7947F03}" presName="compNode" presStyleCnt="0"/>
      <dgm:spPr/>
    </dgm:pt>
    <dgm:pt modelId="{839C7A8F-21AF-42C1-89FE-4065CA909C68}" type="pres">
      <dgm:prSet presAssocID="{CF628A91-5E00-4962-AC83-3AFEB7947F03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53CC4DB9-FB52-4217-BEC1-FA3186B700E9}" type="pres">
      <dgm:prSet presAssocID="{CF628A91-5E00-4962-AC83-3AFEB7947F0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187F518F-BA43-4FF5-9B5C-62EE7EC9D8F6}" type="pres">
      <dgm:prSet presAssocID="{CF628A91-5E00-4962-AC83-3AFEB7947F03}" presName="spaceRect" presStyleCnt="0"/>
      <dgm:spPr/>
    </dgm:pt>
    <dgm:pt modelId="{9D21C869-50DD-4DA4-ADF8-C7966DFF83C7}" type="pres">
      <dgm:prSet presAssocID="{CF628A91-5E00-4962-AC83-3AFEB7947F03}" presName="textRect" presStyleLbl="revTx" presStyleIdx="1" presStyleCnt="5">
        <dgm:presLayoutVars>
          <dgm:chMax val="1"/>
          <dgm:chPref val="1"/>
        </dgm:presLayoutVars>
      </dgm:prSet>
      <dgm:spPr/>
    </dgm:pt>
    <dgm:pt modelId="{EF1C3AE8-407D-4605-A0D1-A47F85EB4572}" type="pres">
      <dgm:prSet presAssocID="{071B2BA2-9F57-49BC-A21E-277880A02ADA}" presName="sibTrans" presStyleCnt="0"/>
      <dgm:spPr/>
    </dgm:pt>
    <dgm:pt modelId="{5B31044C-D4E4-46E4-96DE-C2433C26B7BC}" type="pres">
      <dgm:prSet presAssocID="{45C769B9-832E-4D9F-B114-4BAF87F77F5A}" presName="compNode" presStyleCnt="0"/>
      <dgm:spPr/>
    </dgm:pt>
    <dgm:pt modelId="{A223851B-1F56-420A-9C36-310F4FB465E9}" type="pres">
      <dgm:prSet presAssocID="{45C769B9-832E-4D9F-B114-4BAF87F77F5A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C93A688F-1F4E-4614-AB74-D5D8D5B4F437}" type="pres">
      <dgm:prSet presAssocID="{45C769B9-832E-4D9F-B114-4BAF87F77F5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e chart"/>
        </a:ext>
      </dgm:extLst>
    </dgm:pt>
    <dgm:pt modelId="{5962165F-216E-4E7A-8DFB-2576B430F540}" type="pres">
      <dgm:prSet presAssocID="{45C769B9-832E-4D9F-B114-4BAF87F77F5A}" presName="spaceRect" presStyleCnt="0"/>
      <dgm:spPr/>
    </dgm:pt>
    <dgm:pt modelId="{D4FB42D8-6044-4EF1-9684-91623D79649D}" type="pres">
      <dgm:prSet presAssocID="{45C769B9-832E-4D9F-B114-4BAF87F77F5A}" presName="textRect" presStyleLbl="revTx" presStyleIdx="2" presStyleCnt="5">
        <dgm:presLayoutVars>
          <dgm:chMax val="1"/>
          <dgm:chPref val="1"/>
        </dgm:presLayoutVars>
      </dgm:prSet>
      <dgm:spPr/>
    </dgm:pt>
    <dgm:pt modelId="{A927B4FE-02A0-49C1-8748-8C91BFA21193}" type="pres">
      <dgm:prSet presAssocID="{BB2F879B-1325-4FE2-987E-10E1AA0EFC59}" presName="sibTrans" presStyleCnt="0"/>
      <dgm:spPr/>
    </dgm:pt>
    <dgm:pt modelId="{DFAA2208-B8BC-4C7C-866D-DEAC4689526B}" type="pres">
      <dgm:prSet presAssocID="{CBBBBB1C-D8AD-4619-991A-0396094CBB94}" presName="compNode" presStyleCnt="0"/>
      <dgm:spPr/>
    </dgm:pt>
    <dgm:pt modelId="{1AD7A83C-6D67-43C9-913A-764261840070}" type="pres">
      <dgm:prSet presAssocID="{CBBBBB1C-D8AD-4619-991A-0396094CBB94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849626FC-3C73-45AB-8785-4F629F5EC223}" type="pres">
      <dgm:prSet presAssocID="{CBBBBB1C-D8AD-4619-991A-0396094CBB9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6C39BF3C-E84F-496C-A7C6-895AE53ED1A2}" type="pres">
      <dgm:prSet presAssocID="{CBBBBB1C-D8AD-4619-991A-0396094CBB94}" presName="spaceRect" presStyleCnt="0"/>
      <dgm:spPr/>
    </dgm:pt>
    <dgm:pt modelId="{44F858F5-5E0A-4118-822E-4D85A49A507F}" type="pres">
      <dgm:prSet presAssocID="{CBBBBB1C-D8AD-4619-991A-0396094CBB94}" presName="textRect" presStyleLbl="revTx" presStyleIdx="3" presStyleCnt="5">
        <dgm:presLayoutVars>
          <dgm:chMax val="1"/>
          <dgm:chPref val="1"/>
        </dgm:presLayoutVars>
      </dgm:prSet>
      <dgm:spPr/>
    </dgm:pt>
    <dgm:pt modelId="{03A8DA78-3FA0-4674-B65E-5DCF978E30AE}" type="pres">
      <dgm:prSet presAssocID="{69C30CA4-1EAF-4EA6-BDEA-22BC90F5B590}" presName="sibTrans" presStyleCnt="0"/>
      <dgm:spPr/>
    </dgm:pt>
    <dgm:pt modelId="{00770EF5-4FBB-4D2C-982D-BE5BBBF5FCDF}" type="pres">
      <dgm:prSet presAssocID="{0473EE83-C4FA-4C79-986E-62A6B6B7B73C}" presName="compNode" presStyleCnt="0"/>
      <dgm:spPr/>
    </dgm:pt>
    <dgm:pt modelId="{0D92DA70-5E5E-4187-A2B4-1225FEB92DB7}" type="pres">
      <dgm:prSet presAssocID="{0473EE83-C4FA-4C79-986E-62A6B6B7B73C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163E858B-BC47-4D02-8131-D1C16E2403AA}" type="pres">
      <dgm:prSet presAssocID="{0473EE83-C4FA-4C79-986E-62A6B6B7B73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441B5827-BB11-421A-B273-43FB49E5BE1C}" type="pres">
      <dgm:prSet presAssocID="{0473EE83-C4FA-4C79-986E-62A6B6B7B73C}" presName="spaceRect" presStyleCnt="0"/>
      <dgm:spPr/>
    </dgm:pt>
    <dgm:pt modelId="{DF6564BE-483E-432B-9B26-705D8275B49F}" type="pres">
      <dgm:prSet presAssocID="{0473EE83-C4FA-4C79-986E-62A6B6B7B73C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BF4D7708-AF0E-42FB-A568-BA6CEE3C96FD}" type="presOf" srcId="{CBBBBB1C-D8AD-4619-991A-0396094CBB94}" destId="{44F858F5-5E0A-4118-822E-4D85A49A507F}" srcOrd="0" destOrd="0" presId="urn:microsoft.com/office/officeart/2018/5/layout/IconLeafLabelList"/>
    <dgm:cxn modelId="{DA4EC828-36DD-4CA3-AAD7-EFCC064DD35F}" type="presOf" srcId="{CF628A91-5E00-4962-AC83-3AFEB7947F03}" destId="{9D21C869-50DD-4DA4-ADF8-C7966DFF83C7}" srcOrd="0" destOrd="0" presId="urn:microsoft.com/office/officeart/2018/5/layout/IconLeafLabelList"/>
    <dgm:cxn modelId="{1D987C32-4960-4BF9-A281-2743DCA678D4}" srcId="{1DE6C5DB-F4D4-4D0E-96A4-DF821972FE3C}" destId="{45C769B9-832E-4D9F-B114-4BAF87F77F5A}" srcOrd="2" destOrd="0" parTransId="{F919876A-E7EB-436A-A561-07BDE0DC5634}" sibTransId="{BB2F879B-1325-4FE2-987E-10E1AA0EFC59}"/>
    <dgm:cxn modelId="{E8FCAC5B-C08F-4DF5-B2B6-69004F529396}" srcId="{1DE6C5DB-F4D4-4D0E-96A4-DF821972FE3C}" destId="{CBBBBB1C-D8AD-4619-991A-0396094CBB94}" srcOrd="3" destOrd="0" parTransId="{974C16CF-9C4E-4977-932C-85C81BDF03E9}" sibTransId="{69C30CA4-1EAF-4EA6-BDEA-22BC90F5B590}"/>
    <dgm:cxn modelId="{48CD9763-B9FE-4FAC-8814-FC649BD024DD}" type="presOf" srcId="{1DE6C5DB-F4D4-4D0E-96A4-DF821972FE3C}" destId="{D3BF845E-F0A5-455E-97F9-932BCC036633}" srcOrd="0" destOrd="0" presId="urn:microsoft.com/office/officeart/2018/5/layout/IconLeafLabelList"/>
    <dgm:cxn modelId="{3110E265-6194-4BA6-BBDF-41CA8B10D5BB}" srcId="{1DE6C5DB-F4D4-4D0E-96A4-DF821972FE3C}" destId="{0473EE83-C4FA-4C79-986E-62A6B6B7B73C}" srcOrd="4" destOrd="0" parTransId="{768D7829-7228-4C3E-A2E5-9C4EFC1E3524}" sibTransId="{369CA031-E91A-4AA5-A1BE-8D889942BC85}"/>
    <dgm:cxn modelId="{668BC966-8406-48FE-AEB8-ABFB88C349AE}" srcId="{1DE6C5DB-F4D4-4D0E-96A4-DF821972FE3C}" destId="{CF628A91-5E00-4962-AC83-3AFEB7947F03}" srcOrd="1" destOrd="0" parTransId="{9F333BBD-6504-4E96-B93E-B54083EC01C3}" sibTransId="{071B2BA2-9F57-49BC-A21E-277880A02ADA}"/>
    <dgm:cxn modelId="{522F907F-903A-4DB4-979D-C881F22D7D2B}" srcId="{1DE6C5DB-F4D4-4D0E-96A4-DF821972FE3C}" destId="{A57843F6-3A5B-4E5C-B5E6-026C9638EA1E}" srcOrd="0" destOrd="0" parTransId="{F77B28CC-B58A-4DC7-9A35-2FDB43C747FC}" sibTransId="{62425124-0BF0-4DCA-9445-849785B7F465}"/>
    <dgm:cxn modelId="{9E6B2399-D1F8-4416-B2F4-ADAA2F9A18CB}" type="presOf" srcId="{A57843F6-3A5B-4E5C-B5E6-026C9638EA1E}" destId="{DC5D0453-7DD8-42AF-AA39-67313D3BF9E8}" srcOrd="0" destOrd="0" presId="urn:microsoft.com/office/officeart/2018/5/layout/IconLeafLabelList"/>
    <dgm:cxn modelId="{B91220B8-2E58-40F6-AAFE-2EFE03210EF5}" type="presOf" srcId="{45C769B9-832E-4D9F-B114-4BAF87F77F5A}" destId="{D4FB42D8-6044-4EF1-9684-91623D79649D}" srcOrd="0" destOrd="0" presId="urn:microsoft.com/office/officeart/2018/5/layout/IconLeafLabelList"/>
    <dgm:cxn modelId="{B204F0B9-8ABC-4AD0-8A62-B8070E4D4D14}" type="presOf" srcId="{0473EE83-C4FA-4C79-986E-62A6B6B7B73C}" destId="{DF6564BE-483E-432B-9B26-705D8275B49F}" srcOrd="0" destOrd="0" presId="urn:microsoft.com/office/officeart/2018/5/layout/IconLeafLabelList"/>
    <dgm:cxn modelId="{5746EDA3-9EF6-4576-9531-A15F3169AC57}" type="presParOf" srcId="{D3BF845E-F0A5-455E-97F9-932BCC036633}" destId="{D2C1DEEC-69DF-4230-8F48-E4E8D51A5AEF}" srcOrd="0" destOrd="0" presId="urn:microsoft.com/office/officeart/2018/5/layout/IconLeafLabelList"/>
    <dgm:cxn modelId="{EA8BCF61-64E5-489B-A090-5C1D69C2371B}" type="presParOf" srcId="{D2C1DEEC-69DF-4230-8F48-E4E8D51A5AEF}" destId="{B04C8CC9-B7BC-40D8-B0DA-E6C3D14EC5D9}" srcOrd="0" destOrd="0" presId="urn:microsoft.com/office/officeart/2018/5/layout/IconLeafLabelList"/>
    <dgm:cxn modelId="{683F47E8-0302-403B-903E-75251E2B3B16}" type="presParOf" srcId="{D2C1DEEC-69DF-4230-8F48-E4E8D51A5AEF}" destId="{559651B0-F41D-439F-8F18-DBF9826B445C}" srcOrd="1" destOrd="0" presId="urn:microsoft.com/office/officeart/2018/5/layout/IconLeafLabelList"/>
    <dgm:cxn modelId="{853CE673-AA5C-4D4D-BB25-A80F82FF3C9F}" type="presParOf" srcId="{D2C1DEEC-69DF-4230-8F48-E4E8D51A5AEF}" destId="{8EA41C8A-5721-424E-8772-877C7DCC1D45}" srcOrd="2" destOrd="0" presId="urn:microsoft.com/office/officeart/2018/5/layout/IconLeafLabelList"/>
    <dgm:cxn modelId="{856EDB8C-7AF2-47F1-8DE9-E34CDF3D4169}" type="presParOf" srcId="{D2C1DEEC-69DF-4230-8F48-E4E8D51A5AEF}" destId="{DC5D0453-7DD8-42AF-AA39-67313D3BF9E8}" srcOrd="3" destOrd="0" presId="urn:microsoft.com/office/officeart/2018/5/layout/IconLeafLabelList"/>
    <dgm:cxn modelId="{3CAD4D49-72BC-4271-92B5-124FA52E2548}" type="presParOf" srcId="{D3BF845E-F0A5-455E-97F9-932BCC036633}" destId="{C4A61718-48A7-450A-BF05-560FE98B2BB7}" srcOrd="1" destOrd="0" presId="urn:microsoft.com/office/officeart/2018/5/layout/IconLeafLabelList"/>
    <dgm:cxn modelId="{A4DB86D3-5357-4E4F-9519-88E97B1CC192}" type="presParOf" srcId="{D3BF845E-F0A5-455E-97F9-932BCC036633}" destId="{2ED520A3-A20A-498C-A1A0-5CA75E81532E}" srcOrd="2" destOrd="0" presId="urn:microsoft.com/office/officeart/2018/5/layout/IconLeafLabelList"/>
    <dgm:cxn modelId="{15C5181C-355B-4BF8-BAA9-E12BE02BDD63}" type="presParOf" srcId="{2ED520A3-A20A-498C-A1A0-5CA75E81532E}" destId="{839C7A8F-21AF-42C1-89FE-4065CA909C68}" srcOrd="0" destOrd="0" presId="urn:microsoft.com/office/officeart/2018/5/layout/IconLeafLabelList"/>
    <dgm:cxn modelId="{58F6D714-3D91-415F-820A-B27A2BB7E4A5}" type="presParOf" srcId="{2ED520A3-A20A-498C-A1A0-5CA75E81532E}" destId="{53CC4DB9-FB52-4217-BEC1-FA3186B700E9}" srcOrd="1" destOrd="0" presId="urn:microsoft.com/office/officeart/2018/5/layout/IconLeafLabelList"/>
    <dgm:cxn modelId="{01B0B37C-CED1-4538-8DAD-6DB9BB936BF2}" type="presParOf" srcId="{2ED520A3-A20A-498C-A1A0-5CA75E81532E}" destId="{187F518F-BA43-4FF5-9B5C-62EE7EC9D8F6}" srcOrd="2" destOrd="0" presId="urn:microsoft.com/office/officeart/2018/5/layout/IconLeafLabelList"/>
    <dgm:cxn modelId="{38041C74-A6D6-439F-85F3-219D12D6BE46}" type="presParOf" srcId="{2ED520A3-A20A-498C-A1A0-5CA75E81532E}" destId="{9D21C869-50DD-4DA4-ADF8-C7966DFF83C7}" srcOrd="3" destOrd="0" presId="urn:microsoft.com/office/officeart/2018/5/layout/IconLeafLabelList"/>
    <dgm:cxn modelId="{41E97322-DC66-4232-ABE3-5EB933422141}" type="presParOf" srcId="{D3BF845E-F0A5-455E-97F9-932BCC036633}" destId="{EF1C3AE8-407D-4605-A0D1-A47F85EB4572}" srcOrd="3" destOrd="0" presId="urn:microsoft.com/office/officeart/2018/5/layout/IconLeafLabelList"/>
    <dgm:cxn modelId="{EE277AF5-6684-4F4A-BCE1-ACDE172A575A}" type="presParOf" srcId="{D3BF845E-F0A5-455E-97F9-932BCC036633}" destId="{5B31044C-D4E4-46E4-96DE-C2433C26B7BC}" srcOrd="4" destOrd="0" presId="urn:microsoft.com/office/officeart/2018/5/layout/IconLeafLabelList"/>
    <dgm:cxn modelId="{6B38AC5C-93E4-48FE-BF0D-DFA39553415F}" type="presParOf" srcId="{5B31044C-D4E4-46E4-96DE-C2433C26B7BC}" destId="{A223851B-1F56-420A-9C36-310F4FB465E9}" srcOrd="0" destOrd="0" presId="urn:microsoft.com/office/officeart/2018/5/layout/IconLeafLabelList"/>
    <dgm:cxn modelId="{79205600-88E5-4342-B93D-D59DA1C95F83}" type="presParOf" srcId="{5B31044C-D4E4-46E4-96DE-C2433C26B7BC}" destId="{C93A688F-1F4E-4614-AB74-D5D8D5B4F437}" srcOrd="1" destOrd="0" presId="urn:microsoft.com/office/officeart/2018/5/layout/IconLeafLabelList"/>
    <dgm:cxn modelId="{DCC5F258-25BA-4048-ACA3-E2865602BF30}" type="presParOf" srcId="{5B31044C-D4E4-46E4-96DE-C2433C26B7BC}" destId="{5962165F-216E-4E7A-8DFB-2576B430F540}" srcOrd="2" destOrd="0" presId="urn:microsoft.com/office/officeart/2018/5/layout/IconLeafLabelList"/>
    <dgm:cxn modelId="{C25D1E1E-160F-404C-B89F-43DE2574E778}" type="presParOf" srcId="{5B31044C-D4E4-46E4-96DE-C2433C26B7BC}" destId="{D4FB42D8-6044-4EF1-9684-91623D79649D}" srcOrd="3" destOrd="0" presId="urn:microsoft.com/office/officeart/2018/5/layout/IconLeafLabelList"/>
    <dgm:cxn modelId="{D372C97D-AF5C-43B7-9958-D2250AB1460A}" type="presParOf" srcId="{D3BF845E-F0A5-455E-97F9-932BCC036633}" destId="{A927B4FE-02A0-49C1-8748-8C91BFA21193}" srcOrd="5" destOrd="0" presId="urn:microsoft.com/office/officeart/2018/5/layout/IconLeafLabelList"/>
    <dgm:cxn modelId="{F2604C67-B0B1-490C-8DE9-CA24F7501FE4}" type="presParOf" srcId="{D3BF845E-F0A5-455E-97F9-932BCC036633}" destId="{DFAA2208-B8BC-4C7C-866D-DEAC4689526B}" srcOrd="6" destOrd="0" presId="urn:microsoft.com/office/officeart/2018/5/layout/IconLeafLabelList"/>
    <dgm:cxn modelId="{9BADE00B-41B5-4912-9442-ED74DB6AF99F}" type="presParOf" srcId="{DFAA2208-B8BC-4C7C-866D-DEAC4689526B}" destId="{1AD7A83C-6D67-43C9-913A-764261840070}" srcOrd="0" destOrd="0" presId="urn:microsoft.com/office/officeart/2018/5/layout/IconLeafLabelList"/>
    <dgm:cxn modelId="{5C487385-D3A0-414E-A588-06A818490704}" type="presParOf" srcId="{DFAA2208-B8BC-4C7C-866D-DEAC4689526B}" destId="{849626FC-3C73-45AB-8785-4F629F5EC223}" srcOrd="1" destOrd="0" presId="urn:microsoft.com/office/officeart/2018/5/layout/IconLeafLabelList"/>
    <dgm:cxn modelId="{FFD178DB-1E28-41DD-B25A-D54EE6D015B6}" type="presParOf" srcId="{DFAA2208-B8BC-4C7C-866D-DEAC4689526B}" destId="{6C39BF3C-E84F-496C-A7C6-895AE53ED1A2}" srcOrd="2" destOrd="0" presId="urn:microsoft.com/office/officeart/2018/5/layout/IconLeafLabelList"/>
    <dgm:cxn modelId="{0F1A57D8-830E-4AB3-A4AF-70BC557C02A3}" type="presParOf" srcId="{DFAA2208-B8BC-4C7C-866D-DEAC4689526B}" destId="{44F858F5-5E0A-4118-822E-4D85A49A507F}" srcOrd="3" destOrd="0" presId="urn:microsoft.com/office/officeart/2018/5/layout/IconLeafLabelList"/>
    <dgm:cxn modelId="{C4667033-2F38-4946-BC18-FBD2EB0CC114}" type="presParOf" srcId="{D3BF845E-F0A5-455E-97F9-932BCC036633}" destId="{03A8DA78-3FA0-4674-B65E-5DCF978E30AE}" srcOrd="7" destOrd="0" presId="urn:microsoft.com/office/officeart/2018/5/layout/IconLeafLabelList"/>
    <dgm:cxn modelId="{FAD974F3-DE36-4626-A9B0-647DF2301EBA}" type="presParOf" srcId="{D3BF845E-F0A5-455E-97F9-932BCC036633}" destId="{00770EF5-4FBB-4D2C-982D-BE5BBBF5FCDF}" srcOrd="8" destOrd="0" presId="urn:microsoft.com/office/officeart/2018/5/layout/IconLeafLabelList"/>
    <dgm:cxn modelId="{515E438E-6F77-46A4-A892-BC75A9830A69}" type="presParOf" srcId="{00770EF5-4FBB-4D2C-982D-BE5BBBF5FCDF}" destId="{0D92DA70-5E5E-4187-A2B4-1225FEB92DB7}" srcOrd="0" destOrd="0" presId="urn:microsoft.com/office/officeart/2018/5/layout/IconLeafLabelList"/>
    <dgm:cxn modelId="{493C6071-B51C-4998-ACC0-62B2B9EE0DE7}" type="presParOf" srcId="{00770EF5-4FBB-4D2C-982D-BE5BBBF5FCDF}" destId="{163E858B-BC47-4D02-8131-D1C16E2403AA}" srcOrd="1" destOrd="0" presId="urn:microsoft.com/office/officeart/2018/5/layout/IconLeafLabelList"/>
    <dgm:cxn modelId="{0BF5D911-AEDD-4E94-8DF3-342EDE422367}" type="presParOf" srcId="{00770EF5-4FBB-4D2C-982D-BE5BBBF5FCDF}" destId="{441B5827-BB11-421A-B273-43FB49E5BE1C}" srcOrd="2" destOrd="0" presId="urn:microsoft.com/office/officeart/2018/5/layout/IconLeafLabelList"/>
    <dgm:cxn modelId="{715BAB88-729E-4B20-8FA2-5A4B65868BB4}" type="presParOf" srcId="{00770EF5-4FBB-4D2C-982D-BE5BBBF5FCDF}" destId="{DF6564BE-483E-432B-9B26-705D8275B49F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40253D8-FA2C-49AF-B6DD-767D78575315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5_2" csCatId="accent5" phldr="1"/>
      <dgm:spPr/>
      <dgm:t>
        <a:bodyPr/>
        <a:lstStyle/>
        <a:p>
          <a:endParaRPr lang="en-US"/>
        </a:p>
      </dgm:t>
    </dgm:pt>
    <dgm:pt modelId="{C385775B-5BAC-4EE5-A238-4CED6A09E042}">
      <dgm:prSet/>
      <dgm:spPr/>
      <dgm:t>
        <a:bodyPr/>
        <a:lstStyle/>
        <a:p>
          <a:pPr>
            <a:defRPr b="1"/>
          </a:pPr>
          <a:r>
            <a:rPr lang="en-US" b="1"/>
            <a:t>App Component (App.js):</a:t>
          </a:r>
          <a:endParaRPr lang="en-US"/>
        </a:p>
      </dgm:t>
    </dgm:pt>
    <dgm:pt modelId="{B06B9A7F-0C38-4A40-AB21-B62CDE40A8FD}" type="parTrans" cxnId="{6D8FDF7A-6F88-4B95-ADFC-50821FD94DEF}">
      <dgm:prSet/>
      <dgm:spPr/>
      <dgm:t>
        <a:bodyPr/>
        <a:lstStyle/>
        <a:p>
          <a:endParaRPr lang="en-US"/>
        </a:p>
      </dgm:t>
    </dgm:pt>
    <dgm:pt modelId="{B92E8DD8-048D-45E3-96C1-6D082AE2E89C}" type="sibTrans" cxnId="{6D8FDF7A-6F88-4B95-ADFC-50821FD94DEF}">
      <dgm:prSet/>
      <dgm:spPr/>
      <dgm:t>
        <a:bodyPr/>
        <a:lstStyle/>
        <a:p>
          <a:endParaRPr lang="en-US"/>
        </a:p>
      </dgm:t>
    </dgm:pt>
    <dgm:pt modelId="{A96C4691-47AA-42EE-8571-2A6D2258B760}">
      <dgm:prSet/>
      <dgm:spPr/>
      <dgm:t>
        <a:bodyPr/>
        <a:lstStyle/>
        <a:p>
          <a:r>
            <a:rPr lang="en-US"/>
            <a:t>Layout and organization of the application.</a:t>
          </a:r>
        </a:p>
      </dgm:t>
    </dgm:pt>
    <dgm:pt modelId="{6B15EA65-F932-4E02-96FF-96FCCC2C16AB}" type="parTrans" cxnId="{71C916B8-C936-4FE7-8739-E9649C4ED790}">
      <dgm:prSet/>
      <dgm:spPr/>
      <dgm:t>
        <a:bodyPr/>
        <a:lstStyle/>
        <a:p>
          <a:endParaRPr lang="en-US"/>
        </a:p>
      </dgm:t>
    </dgm:pt>
    <dgm:pt modelId="{1083C48A-0CE4-439D-8F78-EE9457DC528C}" type="sibTrans" cxnId="{71C916B8-C936-4FE7-8739-E9649C4ED790}">
      <dgm:prSet/>
      <dgm:spPr/>
      <dgm:t>
        <a:bodyPr/>
        <a:lstStyle/>
        <a:p>
          <a:endParaRPr lang="en-US"/>
        </a:p>
      </dgm:t>
    </dgm:pt>
    <dgm:pt modelId="{DDA6D7EF-28C5-4516-AE2D-18E81DE0E48E}">
      <dgm:prSet/>
      <dgm:spPr/>
      <dgm:t>
        <a:bodyPr/>
        <a:lstStyle/>
        <a:p>
          <a:r>
            <a:rPr lang="en-US"/>
            <a:t>Utilizes Material-UI's Grid components.</a:t>
          </a:r>
        </a:p>
      </dgm:t>
    </dgm:pt>
    <dgm:pt modelId="{FBB205B8-91D2-49CE-982A-A634177957D3}" type="parTrans" cxnId="{F84F286A-DF8C-4AB1-A826-D78C098C8133}">
      <dgm:prSet/>
      <dgm:spPr/>
      <dgm:t>
        <a:bodyPr/>
        <a:lstStyle/>
        <a:p>
          <a:endParaRPr lang="en-US"/>
        </a:p>
      </dgm:t>
    </dgm:pt>
    <dgm:pt modelId="{7841D722-2F84-4CA4-99DF-67442FC6D875}" type="sibTrans" cxnId="{F84F286A-DF8C-4AB1-A826-D78C098C8133}">
      <dgm:prSet/>
      <dgm:spPr/>
      <dgm:t>
        <a:bodyPr/>
        <a:lstStyle/>
        <a:p>
          <a:endParaRPr lang="en-US"/>
        </a:p>
      </dgm:t>
    </dgm:pt>
    <dgm:pt modelId="{018EC07D-C819-491C-A707-3A72881254A7}">
      <dgm:prSet/>
      <dgm:spPr/>
      <dgm:t>
        <a:bodyPr/>
        <a:lstStyle/>
        <a:p>
          <a:r>
            <a:rPr lang="en-US"/>
            <a:t>Includes columns for income and expense details.</a:t>
          </a:r>
        </a:p>
      </dgm:t>
    </dgm:pt>
    <dgm:pt modelId="{A2362923-6C68-48F7-AC0F-17DD85124665}" type="parTrans" cxnId="{139EA92E-9F02-4CFC-83ED-D147C1E5C036}">
      <dgm:prSet/>
      <dgm:spPr/>
      <dgm:t>
        <a:bodyPr/>
        <a:lstStyle/>
        <a:p>
          <a:endParaRPr lang="en-US"/>
        </a:p>
      </dgm:t>
    </dgm:pt>
    <dgm:pt modelId="{6B4BDDFD-7FF9-427B-B30E-9A6F9F208E52}" type="sibTrans" cxnId="{139EA92E-9F02-4CFC-83ED-D147C1E5C036}">
      <dgm:prSet/>
      <dgm:spPr/>
      <dgm:t>
        <a:bodyPr/>
        <a:lstStyle/>
        <a:p>
          <a:endParaRPr lang="en-US"/>
        </a:p>
      </dgm:t>
    </dgm:pt>
    <dgm:pt modelId="{B9A9C5B6-8D93-490E-8E7C-447E555DD9BB}">
      <dgm:prSet/>
      <dgm:spPr/>
      <dgm:t>
        <a:bodyPr/>
        <a:lstStyle/>
        <a:p>
          <a:r>
            <a:rPr lang="en-US"/>
            <a:t>Main content represented by the Main component.</a:t>
          </a:r>
        </a:p>
      </dgm:t>
    </dgm:pt>
    <dgm:pt modelId="{FDE03FEE-2B89-4C75-AE52-41446E73AA9D}" type="parTrans" cxnId="{311399E9-8624-4EB4-91F8-8375224639ED}">
      <dgm:prSet/>
      <dgm:spPr/>
      <dgm:t>
        <a:bodyPr/>
        <a:lstStyle/>
        <a:p>
          <a:endParaRPr lang="en-US"/>
        </a:p>
      </dgm:t>
    </dgm:pt>
    <dgm:pt modelId="{ECD74331-83E3-47BD-9996-66CDE2B5FD9F}" type="sibTrans" cxnId="{311399E9-8624-4EB4-91F8-8375224639ED}">
      <dgm:prSet/>
      <dgm:spPr/>
      <dgm:t>
        <a:bodyPr/>
        <a:lstStyle/>
        <a:p>
          <a:endParaRPr lang="en-US"/>
        </a:p>
      </dgm:t>
    </dgm:pt>
    <dgm:pt modelId="{CB5C47E6-D170-438F-ADC5-6053B4F3CDB6}">
      <dgm:prSet/>
      <dgm:spPr/>
      <dgm:t>
        <a:bodyPr/>
        <a:lstStyle/>
        <a:p>
          <a:r>
            <a:rPr lang="en-US"/>
            <a:t>Displays income and expense information through the Details component.</a:t>
          </a:r>
        </a:p>
      </dgm:t>
    </dgm:pt>
    <dgm:pt modelId="{01180D62-B8BD-4B17-93B6-C85DC047ED3A}" type="parTrans" cxnId="{C83486C8-0E97-42A1-AFF2-77CB7EAD08DD}">
      <dgm:prSet/>
      <dgm:spPr/>
      <dgm:t>
        <a:bodyPr/>
        <a:lstStyle/>
        <a:p>
          <a:endParaRPr lang="en-US"/>
        </a:p>
      </dgm:t>
    </dgm:pt>
    <dgm:pt modelId="{CA741351-9B71-4ED4-B967-B59BF83E5DE5}" type="sibTrans" cxnId="{C83486C8-0E97-42A1-AFF2-77CB7EAD08DD}">
      <dgm:prSet/>
      <dgm:spPr/>
      <dgm:t>
        <a:bodyPr/>
        <a:lstStyle/>
        <a:p>
          <a:endParaRPr lang="en-US"/>
        </a:p>
      </dgm:t>
    </dgm:pt>
    <dgm:pt modelId="{947948A3-9E4B-4FFA-A315-D679731960D8}">
      <dgm:prSet/>
      <dgm:spPr/>
      <dgm:t>
        <a:bodyPr/>
        <a:lstStyle/>
        <a:p>
          <a:pPr>
            <a:defRPr b="1"/>
          </a:pPr>
          <a:r>
            <a:rPr lang="en-US" b="1"/>
            <a:t>Styles Module (styles.js):</a:t>
          </a:r>
          <a:endParaRPr lang="en-US"/>
        </a:p>
      </dgm:t>
    </dgm:pt>
    <dgm:pt modelId="{9DB80C08-B5D9-45B2-BB26-C065153E7920}" type="parTrans" cxnId="{D90D2090-D72E-4DE2-9E4B-1A81B3AD16E6}">
      <dgm:prSet/>
      <dgm:spPr/>
      <dgm:t>
        <a:bodyPr/>
        <a:lstStyle/>
        <a:p>
          <a:endParaRPr lang="en-US"/>
        </a:p>
      </dgm:t>
    </dgm:pt>
    <dgm:pt modelId="{14E6CBCB-DC27-4A66-A6B4-3D7B70BA7E5E}" type="sibTrans" cxnId="{D90D2090-D72E-4DE2-9E4B-1A81B3AD16E6}">
      <dgm:prSet/>
      <dgm:spPr/>
      <dgm:t>
        <a:bodyPr/>
        <a:lstStyle/>
        <a:p>
          <a:endParaRPr lang="en-US"/>
        </a:p>
      </dgm:t>
    </dgm:pt>
    <dgm:pt modelId="{9A52E42D-5AE9-4060-81D3-77F6DCC4CD48}">
      <dgm:prSet/>
      <dgm:spPr/>
      <dgm:t>
        <a:bodyPr/>
        <a:lstStyle/>
        <a:p>
          <a:r>
            <a:rPr lang="en-US"/>
            <a:t>Exports a function created using </a:t>
          </a:r>
          <a:r>
            <a:rPr lang="en-US" err="1"/>
            <a:t>makeStyles</a:t>
          </a:r>
          <a:r>
            <a:rPr lang="en-US"/>
            <a:t> from Material-UI's styles.</a:t>
          </a:r>
        </a:p>
      </dgm:t>
    </dgm:pt>
    <dgm:pt modelId="{07ECC648-29D4-4902-8081-92737EEFA19D}" type="parTrans" cxnId="{8AE43AC1-B48F-4B7B-A673-849FCDF43241}">
      <dgm:prSet/>
      <dgm:spPr/>
      <dgm:t>
        <a:bodyPr/>
        <a:lstStyle/>
        <a:p>
          <a:endParaRPr lang="en-US"/>
        </a:p>
      </dgm:t>
    </dgm:pt>
    <dgm:pt modelId="{0719B264-E1E1-4D58-8F3A-87553FD39C32}" type="sibTrans" cxnId="{8AE43AC1-B48F-4B7B-A673-849FCDF43241}">
      <dgm:prSet/>
      <dgm:spPr/>
      <dgm:t>
        <a:bodyPr/>
        <a:lstStyle/>
        <a:p>
          <a:endParaRPr lang="en-US"/>
        </a:p>
      </dgm:t>
    </dgm:pt>
    <dgm:pt modelId="{2223B336-D17D-4C3C-8ACA-A48840CCE55D}">
      <dgm:prSet/>
      <dgm:spPr/>
      <dgm:t>
        <a:bodyPr/>
        <a:lstStyle/>
        <a:p>
          <a:r>
            <a:rPr lang="en-US"/>
            <a:t>Generates custom styles for components using theming and responsive design.</a:t>
          </a:r>
        </a:p>
      </dgm:t>
    </dgm:pt>
    <dgm:pt modelId="{F2DADD3A-AE1D-4146-A717-1FF3A454BF44}" type="parTrans" cxnId="{90909BB2-87C2-4D98-A97F-57C1B8144F98}">
      <dgm:prSet/>
      <dgm:spPr/>
      <dgm:t>
        <a:bodyPr/>
        <a:lstStyle/>
        <a:p>
          <a:endParaRPr lang="en-US"/>
        </a:p>
      </dgm:t>
    </dgm:pt>
    <dgm:pt modelId="{BC4F2767-DBDF-4536-9FCA-3A295295AAB9}" type="sibTrans" cxnId="{90909BB2-87C2-4D98-A97F-57C1B8144F98}">
      <dgm:prSet/>
      <dgm:spPr/>
      <dgm:t>
        <a:bodyPr/>
        <a:lstStyle/>
        <a:p>
          <a:endParaRPr lang="en-US"/>
        </a:p>
      </dgm:t>
    </dgm:pt>
    <dgm:pt modelId="{CDADFA93-FC2A-4878-A320-7D80A9C719AC}">
      <dgm:prSet/>
      <dgm:spPr/>
      <dgm:t>
        <a:bodyPr/>
        <a:lstStyle/>
        <a:p>
          <a:r>
            <a:rPr lang="en-US"/>
            <a:t>Styles adapt based on screen size and breakpoints defined in the theme.</a:t>
          </a:r>
        </a:p>
      </dgm:t>
    </dgm:pt>
    <dgm:pt modelId="{C34F3F0C-1EEA-44E3-B80A-321A2B25772E}" type="parTrans" cxnId="{2C80EC12-0736-4C7F-A54E-87ABD041F138}">
      <dgm:prSet/>
      <dgm:spPr/>
      <dgm:t>
        <a:bodyPr/>
        <a:lstStyle/>
        <a:p>
          <a:endParaRPr lang="en-US"/>
        </a:p>
      </dgm:t>
    </dgm:pt>
    <dgm:pt modelId="{B1C5CA56-034A-4522-B902-A5B06B4B9EFB}" type="sibTrans" cxnId="{2C80EC12-0736-4C7F-A54E-87ABD041F138}">
      <dgm:prSet/>
      <dgm:spPr/>
      <dgm:t>
        <a:bodyPr/>
        <a:lstStyle/>
        <a:p>
          <a:endParaRPr lang="en-US"/>
        </a:p>
      </dgm:t>
    </dgm:pt>
    <dgm:pt modelId="{4DB1359C-9AE9-406C-B3F9-D2712280466B}">
      <dgm:prSet/>
      <dgm:spPr/>
      <dgm:t>
        <a:bodyPr/>
        <a:lstStyle/>
        <a:p>
          <a:r>
            <a:rPr lang="en-US"/>
            <a:t>Provides a consistent and visually appealing layout for the application.</a:t>
          </a:r>
        </a:p>
      </dgm:t>
    </dgm:pt>
    <dgm:pt modelId="{3C94D22E-A65E-41C5-A39F-DEDCD694D6AE}" type="parTrans" cxnId="{56FD2130-A9E6-49E8-86D4-9B9DEB5E0FFD}">
      <dgm:prSet/>
      <dgm:spPr/>
      <dgm:t>
        <a:bodyPr/>
        <a:lstStyle/>
        <a:p>
          <a:endParaRPr lang="en-US"/>
        </a:p>
      </dgm:t>
    </dgm:pt>
    <dgm:pt modelId="{781EECFA-F4F8-4861-926E-A9C8D6E64987}" type="sibTrans" cxnId="{56FD2130-A9E6-49E8-86D4-9B9DEB5E0FFD}">
      <dgm:prSet/>
      <dgm:spPr/>
      <dgm:t>
        <a:bodyPr/>
        <a:lstStyle/>
        <a:p>
          <a:endParaRPr lang="en-US"/>
        </a:p>
      </dgm:t>
    </dgm:pt>
    <dgm:pt modelId="{3126DBAF-C067-4B53-922D-CA6266296CE2}">
      <dgm:prSet/>
      <dgm:spPr/>
      <dgm:t>
        <a:bodyPr/>
        <a:lstStyle/>
        <a:p>
          <a:pPr>
            <a:defRPr b="1"/>
          </a:pPr>
          <a:r>
            <a:rPr lang="en-US" b="1" err="1"/>
            <a:t>useTransactions</a:t>
          </a:r>
          <a:r>
            <a:rPr lang="en-US" b="1"/>
            <a:t> Hook (useTransactions.js):</a:t>
          </a:r>
          <a:endParaRPr lang="en-US"/>
        </a:p>
      </dgm:t>
    </dgm:pt>
    <dgm:pt modelId="{54C87C3D-00A5-4C33-AB9B-027B93BC9536}" type="parTrans" cxnId="{E162DEA5-8EE5-47B7-A52A-37D07C416835}">
      <dgm:prSet/>
      <dgm:spPr/>
      <dgm:t>
        <a:bodyPr/>
        <a:lstStyle/>
        <a:p>
          <a:endParaRPr lang="en-US"/>
        </a:p>
      </dgm:t>
    </dgm:pt>
    <dgm:pt modelId="{A5950E31-744C-4D8B-9F5B-828B347B293F}" type="sibTrans" cxnId="{E162DEA5-8EE5-47B7-A52A-37D07C416835}">
      <dgm:prSet/>
      <dgm:spPr/>
      <dgm:t>
        <a:bodyPr/>
        <a:lstStyle/>
        <a:p>
          <a:endParaRPr lang="en-US"/>
        </a:p>
      </dgm:t>
    </dgm:pt>
    <dgm:pt modelId="{FF9F9C34-0C26-45E5-A90F-17074CDAF37C}">
      <dgm:prSet/>
      <dgm:spPr/>
      <dgm:t>
        <a:bodyPr/>
        <a:lstStyle/>
        <a:p>
          <a:r>
            <a:rPr lang="en-US"/>
            <a:t>Custom hook for managing and calculating financial transaction data.</a:t>
          </a:r>
        </a:p>
      </dgm:t>
    </dgm:pt>
    <dgm:pt modelId="{03E82D26-5A63-4B09-A74C-7AC07CD898DE}" type="parTrans" cxnId="{97DD053F-142B-4484-B0F0-6D254780314E}">
      <dgm:prSet/>
      <dgm:spPr/>
      <dgm:t>
        <a:bodyPr/>
        <a:lstStyle/>
        <a:p>
          <a:endParaRPr lang="en-US"/>
        </a:p>
      </dgm:t>
    </dgm:pt>
    <dgm:pt modelId="{D23323EC-F602-458B-BF79-3D953FC57498}" type="sibTrans" cxnId="{97DD053F-142B-4484-B0F0-6D254780314E}">
      <dgm:prSet/>
      <dgm:spPr/>
      <dgm:t>
        <a:bodyPr/>
        <a:lstStyle/>
        <a:p>
          <a:endParaRPr lang="en-US"/>
        </a:p>
      </dgm:t>
    </dgm:pt>
    <dgm:pt modelId="{5EF66E70-A988-40D8-925B-7B2F7991AB84}">
      <dgm:prSet/>
      <dgm:spPr/>
      <dgm:t>
        <a:bodyPr/>
        <a:lstStyle/>
        <a:p>
          <a:r>
            <a:rPr lang="en-US"/>
            <a:t>Designed to handle "Income" or "Expense" categories.</a:t>
          </a:r>
        </a:p>
      </dgm:t>
    </dgm:pt>
    <dgm:pt modelId="{3288E283-651B-4B92-9171-4A6B46D3649E}" type="parTrans" cxnId="{FB3F4C2B-2A0A-4CD3-81BA-F74AE65D5CDD}">
      <dgm:prSet/>
      <dgm:spPr/>
      <dgm:t>
        <a:bodyPr/>
        <a:lstStyle/>
        <a:p>
          <a:endParaRPr lang="en-US"/>
        </a:p>
      </dgm:t>
    </dgm:pt>
    <dgm:pt modelId="{963044C3-D8FD-4301-9C6B-BB8934C17716}" type="sibTrans" cxnId="{FB3F4C2B-2A0A-4CD3-81BA-F74AE65D5CDD}">
      <dgm:prSet/>
      <dgm:spPr/>
      <dgm:t>
        <a:bodyPr/>
        <a:lstStyle/>
        <a:p>
          <a:endParaRPr lang="en-US"/>
        </a:p>
      </dgm:t>
    </dgm:pt>
    <dgm:pt modelId="{D16A6187-0570-4487-A444-510EF61A5D33}">
      <dgm:prSet/>
      <dgm:spPr/>
      <dgm:t>
        <a:bodyPr/>
        <a:lstStyle/>
        <a:p>
          <a:r>
            <a:rPr lang="en-US"/>
            <a:t>Accumulates category totals and prepares data for rendering charts.</a:t>
          </a:r>
        </a:p>
      </dgm:t>
    </dgm:pt>
    <dgm:pt modelId="{014B2EE2-D4F5-4872-BF25-E1548EB05286}" type="parTrans" cxnId="{72217A90-2D5E-409C-93BA-2C8F2946F493}">
      <dgm:prSet/>
      <dgm:spPr/>
      <dgm:t>
        <a:bodyPr/>
        <a:lstStyle/>
        <a:p>
          <a:endParaRPr lang="en-US"/>
        </a:p>
      </dgm:t>
    </dgm:pt>
    <dgm:pt modelId="{F64BD3C9-FB6E-499A-A8C5-D8F18664AF12}" type="sibTrans" cxnId="{72217A90-2D5E-409C-93BA-2C8F2946F493}">
      <dgm:prSet/>
      <dgm:spPr/>
      <dgm:t>
        <a:bodyPr/>
        <a:lstStyle/>
        <a:p>
          <a:endParaRPr lang="en-US"/>
        </a:p>
      </dgm:t>
    </dgm:pt>
    <dgm:pt modelId="{9BDDD2B1-4DA1-4F68-AF04-94A8AA4210B7}">
      <dgm:prSet/>
      <dgm:spPr/>
      <dgm:t>
        <a:bodyPr/>
        <a:lstStyle/>
        <a:p>
          <a:r>
            <a:rPr lang="en-US"/>
            <a:t>Used within the application to provide insights into financial transactions.</a:t>
          </a:r>
        </a:p>
      </dgm:t>
    </dgm:pt>
    <dgm:pt modelId="{1E2FF512-46A9-46B2-BECE-C525262BC35A}" type="parTrans" cxnId="{BEC243C6-5FB3-49C7-8B83-ACF5803A64B0}">
      <dgm:prSet/>
      <dgm:spPr/>
      <dgm:t>
        <a:bodyPr/>
        <a:lstStyle/>
        <a:p>
          <a:endParaRPr lang="en-US"/>
        </a:p>
      </dgm:t>
    </dgm:pt>
    <dgm:pt modelId="{E0E02738-F188-4C7F-9E93-A8A502525F41}" type="sibTrans" cxnId="{BEC243C6-5FB3-49C7-8B83-ACF5803A64B0}">
      <dgm:prSet/>
      <dgm:spPr/>
      <dgm:t>
        <a:bodyPr/>
        <a:lstStyle/>
        <a:p>
          <a:endParaRPr lang="en-US"/>
        </a:p>
      </dgm:t>
    </dgm:pt>
    <dgm:pt modelId="{ADFF40C1-49D2-4481-9F2F-F48028C25558}">
      <dgm:prSet phldr="0"/>
      <dgm:spPr/>
      <dgm:t>
        <a:bodyPr/>
        <a:lstStyle/>
        <a:p>
          <a:pPr>
            <a:defRPr b="1"/>
          </a:pPr>
          <a:r>
            <a:rPr lang="en-US"/>
            <a:t>Assets:</a:t>
          </a:r>
          <a:endParaRPr lang="en-US">
            <a:latin typeface="Calibri Light" panose="020F0302020204030204"/>
          </a:endParaRPr>
        </a:p>
      </dgm:t>
    </dgm:pt>
    <dgm:pt modelId="{FE907A19-56BD-4114-A126-59CB6633047D}" type="parTrans" cxnId="{328A838D-BB86-4352-9010-C36B2CE3E0EB}">
      <dgm:prSet/>
      <dgm:spPr/>
    </dgm:pt>
    <dgm:pt modelId="{8E08E80E-B371-4538-A1F6-27EAA5FB1B18}" type="sibTrans" cxnId="{328A838D-BB86-4352-9010-C36B2CE3E0EB}">
      <dgm:prSet/>
      <dgm:spPr/>
      <dgm:t>
        <a:bodyPr/>
        <a:lstStyle/>
        <a:p>
          <a:endParaRPr lang="en-US"/>
        </a:p>
      </dgm:t>
    </dgm:pt>
    <dgm:pt modelId="{C2068AC7-3E22-4463-8065-A9B2BE98E3DE}">
      <dgm:prSet phldr="0"/>
      <dgm:spPr/>
      <dgm:t>
        <a:bodyPr/>
        <a:lstStyle/>
        <a:p>
          <a:r>
            <a:rPr lang="en-US" b="0"/>
            <a:t>Includes an image file (money.png) in Portable Network Graphics (PNG) format.</a:t>
          </a:r>
          <a:endParaRPr lang="en-US"/>
        </a:p>
      </dgm:t>
    </dgm:pt>
    <dgm:pt modelId="{42A80127-AEE3-466D-BE17-7A8D50B3540A}" type="parTrans" cxnId="{435C9A3E-9BAE-4D41-9172-C7BA22B2E38D}">
      <dgm:prSet/>
      <dgm:spPr/>
    </dgm:pt>
    <dgm:pt modelId="{B0F120B6-A2E4-4B2E-9A44-C9CA492B1AFE}" type="sibTrans" cxnId="{435C9A3E-9BAE-4D41-9172-C7BA22B2E38D}">
      <dgm:prSet/>
      <dgm:spPr/>
      <dgm:t>
        <a:bodyPr/>
        <a:lstStyle/>
        <a:p>
          <a:endParaRPr lang="en-US"/>
        </a:p>
      </dgm:t>
    </dgm:pt>
    <dgm:pt modelId="{68DB7717-89A8-4FDB-8C9A-5F905006160A}">
      <dgm:prSet phldr="0"/>
      <dgm:spPr/>
      <dgm:t>
        <a:bodyPr/>
        <a:lstStyle/>
        <a:p>
          <a:pPr>
            <a:defRPr b="1"/>
          </a:pPr>
          <a:r>
            <a:rPr lang="en-US" b="1"/>
            <a:t>Package.json:</a:t>
          </a:r>
          <a:endParaRPr lang="en-US" b="0">
            <a:latin typeface="Elephant"/>
          </a:endParaRPr>
        </a:p>
      </dgm:t>
    </dgm:pt>
    <dgm:pt modelId="{0745960A-0A27-4BC4-B5EF-23FCDBEA7F41}" type="parTrans" cxnId="{43714625-648D-49B8-8C76-E82EBD0DF37B}">
      <dgm:prSet/>
      <dgm:spPr/>
    </dgm:pt>
    <dgm:pt modelId="{6E23F6DB-062B-4CA7-A5D4-BEB21203AE7E}" type="sibTrans" cxnId="{43714625-648D-49B8-8C76-E82EBD0DF37B}">
      <dgm:prSet/>
      <dgm:spPr/>
      <dgm:t>
        <a:bodyPr/>
        <a:lstStyle/>
        <a:p>
          <a:endParaRPr lang="en-US"/>
        </a:p>
      </dgm:t>
    </dgm:pt>
    <dgm:pt modelId="{B2C21317-1D3A-48AE-808C-21D7A731506E}">
      <dgm:prSet phldr="0"/>
      <dgm:spPr/>
      <dgm:t>
        <a:bodyPr/>
        <a:lstStyle/>
        <a:p>
          <a:r>
            <a:rPr lang="en-US" b="0"/>
            <a:t>Manages project metadata and dependencies in a Node.js application.</a:t>
          </a:r>
          <a:endParaRPr lang="en-US"/>
        </a:p>
      </dgm:t>
    </dgm:pt>
    <dgm:pt modelId="{D00E708C-6F2B-4C8C-B98F-42480F505044}" type="parTrans" cxnId="{75E2DF46-9A87-4622-B16B-DE0CB59595DC}">
      <dgm:prSet/>
      <dgm:spPr/>
    </dgm:pt>
    <dgm:pt modelId="{C1F87341-AF0B-4D6F-967D-A183E7C791CB}" type="sibTrans" cxnId="{75E2DF46-9A87-4622-B16B-DE0CB59595DC}">
      <dgm:prSet/>
      <dgm:spPr/>
      <dgm:t>
        <a:bodyPr/>
        <a:lstStyle/>
        <a:p>
          <a:endParaRPr lang="en-US"/>
        </a:p>
      </dgm:t>
    </dgm:pt>
    <dgm:pt modelId="{3A12B701-E522-4C84-97F8-1F5B67FA9C81}">
      <dgm:prSet phldr="0"/>
      <dgm:spPr/>
      <dgm:t>
        <a:bodyPr/>
        <a:lstStyle/>
        <a:p>
          <a:r>
            <a:rPr lang="en-US" b="0"/>
            <a:t>Defines scripts for tasks like starting the development server, building the production version, running tests, and ejecting from Create React App.</a:t>
          </a:r>
          <a:endParaRPr lang="en-US"/>
        </a:p>
      </dgm:t>
    </dgm:pt>
    <dgm:pt modelId="{F4962F33-7DF8-489F-9B58-7FA307FCB060}" type="parTrans" cxnId="{DD5C9B72-9784-464F-923E-BACE1B04FA68}">
      <dgm:prSet/>
      <dgm:spPr/>
    </dgm:pt>
    <dgm:pt modelId="{F8B1263F-BA9A-4ADB-868E-85FAAB73F005}" type="sibTrans" cxnId="{DD5C9B72-9784-464F-923E-BACE1B04FA68}">
      <dgm:prSet/>
      <dgm:spPr/>
      <dgm:t>
        <a:bodyPr/>
        <a:lstStyle/>
        <a:p>
          <a:endParaRPr lang="en-US"/>
        </a:p>
      </dgm:t>
    </dgm:pt>
    <dgm:pt modelId="{C71D658D-8616-4297-BA5B-0070C982A347}">
      <dgm:prSet phldr="0"/>
      <dgm:spPr/>
      <dgm:t>
        <a:bodyPr/>
        <a:lstStyle/>
        <a:p>
          <a:r>
            <a:rPr lang="en-US" b="0"/>
            <a:t>Specifies project configurations, including ESLint and browserslist.</a:t>
          </a:r>
          <a:endParaRPr lang="en-US"/>
        </a:p>
      </dgm:t>
    </dgm:pt>
    <dgm:pt modelId="{62009C42-B70B-41D0-8A20-C26575EE34D9}" type="parTrans" cxnId="{BF9C31F3-9B18-4A68-ADC8-5E21C3E4E233}">
      <dgm:prSet/>
      <dgm:spPr/>
    </dgm:pt>
    <dgm:pt modelId="{A8EF4AF0-E63C-4F15-B334-C81E931960FE}" type="sibTrans" cxnId="{BF9C31F3-9B18-4A68-ADC8-5E21C3E4E233}">
      <dgm:prSet/>
      <dgm:spPr/>
      <dgm:t>
        <a:bodyPr/>
        <a:lstStyle/>
        <a:p>
          <a:endParaRPr lang="en-US"/>
        </a:p>
      </dgm:t>
    </dgm:pt>
    <dgm:pt modelId="{61F7D106-BB3D-48B4-8443-FD4B1E72FE72}" type="pres">
      <dgm:prSet presAssocID="{640253D8-FA2C-49AF-B6DD-767D78575315}" presName="root" presStyleCnt="0">
        <dgm:presLayoutVars>
          <dgm:dir/>
          <dgm:resizeHandles val="exact"/>
        </dgm:presLayoutVars>
      </dgm:prSet>
      <dgm:spPr/>
    </dgm:pt>
    <dgm:pt modelId="{0AB0D28B-BBA7-4B93-BAAF-CAD1A257A326}" type="pres">
      <dgm:prSet presAssocID="{C385775B-5BAC-4EE5-A238-4CED6A09E042}" presName="compNode" presStyleCnt="0"/>
      <dgm:spPr/>
    </dgm:pt>
    <dgm:pt modelId="{DBB39E63-C468-4B7B-A045-05C28D4B106D}" type="pres">
      <dgm:prSet presAssocID="{C385775B-5BAC-4EE5-A238-4CED6A09E042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ACB48FD5-AE48-4707-A290-D736CE213970}" type="pres">
      <dgm:prSet presAssocID="{C385775B-5BAC-4EE5-A238-4CED6A09E042}" presName="iconSpace" presStyleCnt="0"/>
      <dgm:spPr/>
    </dgm:pt>
    <dgm:pt modelId="{794C0C70-67F9-4306-94F4-49EA25F0DB99}" type="pres">
      <dgm:prSet presAssocID="{C385775B-5BAC-4EE5-A238-4CED6A09E042}" presName="parTx" presStyleLbl="revTx" presStyleIdx="0" presStyleCnt="10">
        <dgm:presLayoutVars>
          <dgm:chMax val="0"/>
          <dgm:chPref val="0"/>
        </dgm:presLayoutVars>
      </dgm:prSet>
      <dgm:spPr/>
    </dgm:pt>
    <dgm:pt modelId="{FFC0A9F2-3E38-400C-9718-C2234E8E5A2D}" type="pres">
      <dgm:prSet presAssocID="{C385775B-5BAC-4EE5-A238-4CED6A09E042}" presName="txSpace" presStyleCnt="0"/>
      <dgm:spPr/>
    </dgm:pt>
    <dgm:pt modelId="{8D5A83FF-F561-4B39-A6E7-1F0C77634892}" type="pres">
      <dgm:prSet presAssocID="{C385775B-5BAC-4EE5-A238-4CED6A09E042}" presName="desTx" presStyleLbl="revTx" presStyleIdx="1" presStyleCnt="10">
        <dgm:presLayoutVars/>
      </dgm:prSet>
      <dgm:spPr/>
    </dgm:pt>
    <dgm:pt modelId="{1F2CD98A-9AD2-4839-A8C6-32570D890B57}" type="pres">
      <dgm:prSet presAssocID="{B92E8DD8-048D-45E3-96C1-6D082AE2E89C}" presName="sibTrans" presStyleCnt="0"/>
      <dgm:spPr/>
    </dgm:pt>
    <dgm:pt modelId="{BDF2EBEB-B124-4751-A7C6-B974C4CBCDE7}" type="pres">
      <dgm:prSet presAssocID="{947948A3-9E4B-4FFA-A315-D679731960D8}" presName="compNode" presStyleCnt="0"/>
      <dgm:spPr/>
    </dgm:pt>
    <dgm:pt modelId="{B7D89EB3-0068-4749-BC0F-32A6FA67D2B8}" type="pres">
      <dgm:prSet presAssocID="{947948A3-9E4B-4FFA-A315-D679731960D8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285272B1-56EC-455C-9C8A-D6591EF6047B}" type="pres">
      <dgm:prSet presAssocID="{947948A3-9E4B-4FFA-A315-D679731960D8}" presName="iconSpace" presStyleCnt="0"/>
      <dgm:spPr/>
    </dgm:pt>
    <dgm:pt modelId="{FE0832F3-2D87-4B09-8D43-28F3336F2187}" type="pres">
      <dgm:prSet presAssocID="{947948A3-9E4B-4FFA-A315-D679731960D8}" presName="parTx" presStyleLbl="revTx" presStyleIdx="2" presStyleCnt="10">
        <dgm:presLayoutVars>
          <dgm:chMax val="0"/>
          <dgm:chPref val="0"/>
        </dgm:presLayoutVars>
      </dgm:prSet>
      <dgm:spPr/>
    </dgm:pt>
    <dgm:pt modelId="{ED7853C6-D21F-42EE-9D4B-842409A33DB2}" type="pres">
      <dgm:prSet presAssocID="{947948A3-9E4B-4FFA-A315-D679731960D8}" presName="txSpace" presStyleCnt="0"/>
      <dgm:spPr/>
    </dgm:pt>
    <dgm:pt modelId="{9F91517B-3B16-4548-9B46-1F325739AD2B}" type="pres">
      <dgm:prSet presAssocID="{947948A3-9E4B-4FFA-A315-D679731960D8}" presName="desTx" presStyleLbl="revTx" presStyleIdx="3" presStyleCnt="10">
        <dgm:presLayoutVars/>
      </dgm:prSet>
      <dgm:spPr/>
    </dgm:pt>
    <dgm:pt modelId="{C7CA4F26-8BF7-4F39-83C2-10D0706D1962}" type="pres">
      <dgm:prSet presAssocID="{14E6CBCB-DC27-4A66-A6B4-3D7B70BA7E5E}" presName="sibTrans" presStyleCnt="0"/>
      <dgm:spPr/>
    </dgm:pt>
    <dgm:pt modelId="{351908CD-3285-4C95-969C-5659F3A25C3A}" type="pres">
      <dgm:prSet presAssocID="{3126DBAF-C067-4B53-922D-CA6266296CE2}" presName="compNode" presStyleCnt="0"/>
      <dgm:spPr/>
    </dgm:pt>
    <dgm:pt modelId="{8C892B8C-8CFD-43ED-B4DA-1AA8B34D3E0F}" type="pres">
      <dgm:prSet presAssocID="{3126DBAF-C067-4B53-922D-CA6266296CE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shing"/>
        </a:ext>
      </dgm:extLst>
    </dgm:pt>
    <dgm:pt modelId="{C13947C2-FF37-4C61-AB70-8706E63AD9A2}" type="pres">
      <dgm:prSet presAssocID="{3126DBAF-C067-4B53-922D-CA6266296CE2}" presName="iconSpace" presStyleCnt="0"/>
      <dgm:spPr/>
    </dgm:pt>
    <dgm:pt modelId="{E75938F8-6F49-4413-A229-181344D04E76}" type="pres">
      <dgm:prSet presAssocID="{3126DBAF-C067-4B53-922D-CA6266296CE2}" presName="parTx" presStyleLbl="revTx" presStyleIdx="4" presStyleCnt="10">
        <dgm:presLayoutVars>
          <dgm:chMax val="0"/>
          <dgm:chPref val="0"/>
        </dgm:presLayoutVars>
      </dgm:prSet>
      <dgm:spPr/>
    </dgm:pt>
    <dgm:pt modelId="{1DA72002-B3A6-43D6-AA93-BA93BF057838}" type="pres">
      <dgm:prSet presAssocID="{3126DBAF-C067-4B53-922D-CA6266296CE2}" presName="txSpace" presStyleCnt="0"/>
      <dgm:spPr/>
    </dgm:pt>
    <dgm:pt modelId="{9C44C9A7-B7E7-48D8-8919-C633FBA03AA8}" type="pres">
      <dgm:prSet presAssocID="{3126DBAF-C067-4B53-922D-CA6266296CE2}" presName="desTx" presStyleLbl="revTx" presStyleIdx="5" presStyleCnt="10">
        <dgm:presLayoutVars/>
      </dgm:prSet>
      <dgm:spPr/>
    </dgm:pt>
    <dgm:pt modelId="{8ED4DD59-80CD-4146-A459-85B149CD9085}" type="pres">
      <dgm:prSet presAssocID="{A5950E31-744C-4D8B-9F5B-828B347B293F}" presName="sibTrans" presStyleCnt="0"/>
      <dgm:spPr/>
    </dgm:pt>
    <dgm:pt modelId="{37F3BDE1-9CD9-4AB1-8C7F-BE344D114BB8}" type="pres">
      <dgm:prSet presAssocID="{68DB7717-89A8-4FDB-8C9A-5F905006160A}" presName="compNode" presStyleCnt="0"/>
      <dgm:spPr/>
    </dgm:pt>
    <dgm:pt modelId="{7F152594-58F4-4461-91ED-7087232A7795}" type="pres">
      <dgm:prSet presAssocID="{68DB7717-89A8-4FDB-8C9A-5F905006160A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B28F912B-F2A0-4355-B1AB-9A806FD0754B}" type="pres">
      <dgm:prSet presAssocID="{68DB7717-89A8-4FDB-8C9A-5F905006160A}" presName="iconSpace" presStyleCnt="0"/>
      <dgm:spPr/>
    </dgm:pt>
    <dgm:pt modelId="{83A3AD37-0C6F-4195-B760-6127A679BC46}" type="pres">
      <dgm:prSet presAssocID="{68DB7717-89A8-4FDB-8C9A-5F905006160A}" presName="parTx" presStyleLbl="revTx" presStyleIdx="6" presStyleCnt="10">
        <dgm:presLayoutVars>
          <dgm:chMax val="0"/>
          <dgm:chPref val="0"/>
        </dgm:presLayoutVars>
      </dgm:prSet>
      <dgm:spPr/>
    </dgm:pt>
    <dgm:pt modelId="{9B074F9B-84C0-4ED3-B554-606264B8C459}" type="pres">
      <dgm:prSet presAssocID="{68DB7717-89A8-4FDB-8C9A-5F905006160A}" presName="txSpace" presStyleCnt="0"/>
      <dgm:spPr/>
    </dgm:pt>
    <dgm:pt modelId="{2656E7CC-65C6-485F-ABAF-93221263EE70}" type="pres">
      <dgm:prSet presAssocID="{68DB7717-89A8-4FDB-8C9A-5F905006160A}" presName="desTx" presStyleLbl="revTx" presStyleIdx="7" presStyleCnt="10">
        <dgm:presLayoutVars/>
      </dgm:prSet>
      <dgm:spPr/>
    </dgm:pt>
    <dgm:pt modelId="{B773CB5A-7903-4C94-AB77-CB66B7C433F7}" type="pres">
      <dgm:prSet presAssocID="{6E23F6DB-062B-4CA7-A5D4-BEB21203AE7E}" presName="sibTrans" presStyleCnt="0"/>
      <dgm:spPr/>
    </dgm:pt>
    <dgm:pt modelId="{5E6AF377-E504-4972-863B-93A1B51404EF}" type="pres">
      <dgm:prSet presAssocID="{ADFF40C1-49D2-4481-9F2F-F48028C25558}" presName="compNode" presStyleCnt="0"/>
      <dgm:spPr/>
    </dgm:pt>
    <dgm:pt modelId="{8520C728-503C-4C98-ACE6-9753819A6B0A}" type="pres">
      <dgm:prSet presAssocID="{ADFF40C1-49D2-4481-9F2F-F48028C25558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F33E50B3-41CE-499E-9EA7-BBC26304F6CB}" type="pres">
      <dgm:prSet presAssocID="{ADFF40C1-49D2-4481-9F2F-F48028C25558}" presName="iconSpace" presStyleCnt="0"/>
      <dgm:spPr/>
    </dgm:pt>
    <dgm:pt modelId="{A9D08529-3FDB-41D5-A090-E923B2E0B080}" type="pres">
      <dgm:prSet presAssocID="{ADFF40C1-49D2-4481-9F2F-F48028C25558}" presName="parTx" presStyleLbl="revTx" presStyleIdx="8" presStyleCnt="10">
        <dgm:presLayoutVars>
          <dgm:chMax val="0"/>
          <dgm:chPref val="0"/>
        </dgm:presLayoutVars>
      </dgm:prSet>
      <dgm:spPr/>
    </dgm:pt>
    <dgm:pt modelId="{56380C65-292E-41FB-9695-8F6BC2CFD6FF}" type="pres">
      <dgm:prSet presAssocID="{ADFF40C1-49D2-4481-9F2F-F48028C25558}" presName="txSpace" presStyleCnt="0"/>
      <dgm:spPr/>
    </dgm:pt>
    <dgm:pt modelId="{08FBFA1B-8679-405A-9D29-FF83B983BB0D}" type="pres">
      <dgm:prSet presAssocID="{ADFF40C1-49D2-4481-9F2F-F48028C25558}" presName="desTx" presStyleLbl="revTx" presStyleIdx="9" presStyleCnt="10">
        <dgm:presLayoutVars/>
      </dgm:prSet>
      <dgm:spPr/>
    </dgm:pt>
  </dgm:ptLst>
  <dgm:cxnLst>
    <dgm:cxn modelId="{B05F2E0B-592E-4BC0-9DEF-FCB63A2A06E9}" type="presOf" srcId="{68DB7717-89A8-4FDB-8C9A-5F905006160A}" destId="{83A3AD37-0C6F-4195-B760-6127A679BC46}" srcOrd="0" destOrd="0" presId="urn:microsoft.com/office/officeart/2018/2/layout/IconLabelDescriptionList"/>
    <dgm:cxn modelId="{DAFFC40F-1305-41E4-813D-F4937E0D76AD}" type="presOf" srcId="{3126DBAF-C067-4B53-922D-CA6266296CE2}" destId="{E75938F8-6F49-4413-A229-181344D04E76}" srcOrd="0" destOrd="0" presId="urn:microsoft.com/office/officeart/2018/2/layout/IconLabelDescriptionList"/>
    <dgm:cxn modelId="{2C80EC12-0736-4C7F-A54E-87ABD041F138}" srcId="{947948A3-9E4B-4FFA-A315-D679731960D8}" destId="{CDADFA93-FC2A-4878-A320-7D80A9C719AC}" srcOrd="2" destOrd="0" parTransId="{C34F3F0C-1EEA-44E3-B80A-321A2B25772E}" sibTransId="{B1C5CA56-034A-4522-B902-A5B06B4B9EFB}"/>
    <dgm:cxn modelId="{21F71013-E476-4610-BFE2-5D72D085F1FC}" type="presOf" srcId="{640253D8-FA2C-49AF-B6DD-767D78575315}" destId="{61F7D106-BB3D-48B4-8443-FD4B1E72FE72}" srcOrd="0" destOrd="0" presId="urn:microsoft.com/office/officeart/2018/2/layout/IconLabelDescriptionList"/>
    <dgm:cxn modelId="{189A0D1E-269C-45E2-A54D-D99268ECDE7A}" type="presOf" srcId="{4DB1359C-9AE9-406C-B3F9-D2712280466B}" destId="{9F91517B-3B16-4548-9B46-1F325739AD2B}" srcOrd="0" destOrd="3" presId="urn:microsoft.com/office/officeart/2018/2/layout/IconLabelDescriptionList"/>
    <dgm:cxn modelId="{43714625-648D-49B8-8C76-E82EBD0DF37B}" srcId="{640253D8-FA2C-49AF-B6DD-767D78575315}" destId="{68DB7717-89A8-4FDB-8C9A-5F905006160A}" srcOrd="3" destOrd="0" parTransId="{0745960A-0A27-4BC4-B5EF-23FCDBEA7F41}" sibTransId="{6E23F6DB-062B-4CA7-A5D4-BEB21203AE7E}"/>
    <dgm:cxn modelId="{FB3F4C2B-2A0A-4CD3-81BA-F74AE65D5CDD}" srcId="{3126DBAF-C067-4B53-922D-CA6266296CE2}" destId="{5EF66E70-A988-40D8-925B-7B2F7991AB84}" srcOrd="1" destOrd="0" parTransId="{3288E283-651B-4B92-9171-4A6B46D3649E}" sibTransId="{963044C3-D8FD-4301-9C6B-BB8934C17716}"/>
    <dgm:cxn modelId="{5714ED2D-D0C3-47FB-8B7A-3DF38691FCDD}" type="presOf" srcId="{3A12B701-E522-4C84-97F8-1F5B67FA9C81}" destId="{2656E7CC-65C6-485F-ABAF-93221263EE70}" srcOrd="0" destOrd="1" presId="urn:microsoft.com/office/officeart/2018/2/layout/IconLabelDescriptionList"/>
    <dgm:cxn modelId="{139EA92E-9F02-4CFC-83ED-D147C1E5C036}" srcId="{C385775B-5BAC-4EE5-A238-4CED6A09E042}" destId="{018EC07D-C819-491C-A707-3A72881254A7}" srcOrd="2" destOrd="0" parTransId="{A2362923-6C68-48F7-AC0F-17DD85124665}" sibTransId="{6B4BDDFD-7FF9-427B-B30E-9A6F9F208E52}"/>
    <dgm:cxn modelId="{56FD2130-A9E6-49E8-86D4-9B9DEB5E0FFD}" srcId="{947948A3-9E4B-4FFA-A315-D679731960D8}" destId="{4DB1359C-9AE9-406C-B3F9-D2712280466B}" srcOrd="3" destOrd="0" parTransId="{3C94D22E-A65E-41C5-A39F-DEDCD694D6AE}" sibTransId="{781EECFA-F4F8-4861-926E-A9C8D6E64987}"/>
    <dgm:cxn modelId="{435C9A3E-9BAE-4D41-9172-C7BA22B2E38D}" srcId="{ADFF40C1-49D2-4481-9F2F-F48028C25558}" destId="{C2068AC7-3E22-4463-8065-A9B2BE98E3DE}" srcOrd="0" destOrd="0" parTransId="{42A80127-AEE3-466D-BE17-7A8D50B3540A}" sibTransId="{B0F120B6-A2E4-4B2E-9A44-C9CA492B1AFE}"/>
    <dgm:cxn modelId="{97DD053F-142B-4484-B0F0-6D254780314E}" srcId="{3126DBAF-C067-4B53-922D-CA6266296CE2}" destId="{FF9F9C34-0C26-45E5-A90F-17074CDAF37C}" srcOrd="0" destOrd="0" parTransId="{03E82D26-5A63-4B09-A74C-7AC07CD898DE}" sibTransId="{D23323EC-F602-458B-BF79-3D953FC57498}"/>
    <dgm:cxn modelId="{750FC63F-2EB7-4B9A-98FB-2FC1B3902377}" type="presOf" srcId="{947948A3-9E4B-4FFA-A315-D679731960D8}" destId="{FE0832F3-2D87-4B09-8D43-28F3336F2187}" srcOrd="0" destOrd="0" presId="urn:microsoft.com/office/officeart/2018/2/layout/IconLabelDescriptionList"/>
    <dgm:cxn modelId="{13310562-AB06-4D6A-8858-0A0F399C24FC}" type="presOf" srcId="{ADFF40C1-49D2-4481-9F2F-F48028C25558}" destId="{A9D08529-3FDB-41D5-A090-E923B2E0B080}" srcOrd="0" destOrd="0" presId="urn:microsoft.com/office/officeart/2018/2/layout/IconLabelDescriptionList"/>
    <dgm:cxn modelId="{E2AF2365-9DE2-4614-B8B7-2AE082ABD811}" type="presOf" srcId="{D16A6187-0570-4487-A444-510EF61A5D33}" destId="{9C44C9A7-B7E7-48D8-8919-C633FBA03AA8}" srcOrd="0" destOrd="2" presId="urn:microsoft.com/office/officeart/2018/2/layout/IconLabelDescriptionList"/>
    <dgm:cxn modelId="{75E2DF46-9A87-4622-B16B-DE0CB59595DC}" srcId="{68DB7717-89A8-4FDB-8C9A-5F905006160A}" destId="{B2C21317-1D3A-48AE-808C-21D7A731506E}" srcOrd="0" destOrd="0" parTransId="{D00E708C-6F2B-4C8C-B98F-42480F505044}" sibTransId="{C1F87341-AF0B-4D6F-967D-A183E7C791CB}"/>
    <dgm:cxn modelId="{F84F286A-DF8C-4AB1-A826-D78C098C8133}" srcId="{C385775B-5BAC-4EE5-A238-4CED6A09E042}" destId="{DDA6D7EF-28C5-4516-AE2D-18E81DE0E48E}" srcOrd="1" destOrd="0" parTransId="{FBB205B8-91D2-49CE-982A-A634177957D3}" sibTransId="{7841D722-2F84-4CA4-99DF-67442FC6D875}"/>
    <dgm:cxn modelId="{5C50D34B-CBCD-42D5-8AA8-6A190FC441F5}" type="presOf" srcId="{9A52E42D-5AE9-4060-81D3-77F6DCC4CD48}" destId="{9F91517B-3B16-4548-9B46-1F325739AD2B}" srcOrd="0" destOrd="0" presId="urn:microsoft.com/office/officeart/2018/2/layout/IconLabelDescriptionList"/>
    <dgm:cxn modelId="{DD5C9B72-9784-464F-923E-BACE1B04FA68}" srcId="{68DB7717-89A8-4FDB-8C9A-5F905006160A}" destId="{3A12B701-E522-4C84-97F8-1F5B67FA9C81}" srcOrd="1" destOrd="0" parTransId="{F4962F33-7DF8-489F-9B58-7FA307FCB060}" sibTransId="{F8B1263F-BA9A-4ADB-868E-85FAAB73F005}"/>
    <dgm:cxn modelId="{62EC8274-0A48-4AC6-ADE4-8F85B056DB5D}" type="presOf" srcId="{2223B336-D17D-4C3C-8ACA-A48840CCE55D}" destId="{9F91517B-3B16-4548-9B46-1F325739AD2B}" srcOrd="0" destOrd="1" presId="urn:microsoft.com/office/officeart/2018/2/layout/IconLabelDescriptionList"/>
    <dgm:cxn modelId="{857B8654-32B6-4B49-90F2-7B044994CC28}" type="presOf" srcId="{CDADFA93-FC2A-4878-A320-7D80A9C719AC}" destId="{9F91517B-3B16-4548-9B46-1F325739AD2B}" srcOrd="0" destOrd="2" presId="urn:microsoft.com/office/officeart/2018/2/layout/IconLabelDescriptionList"/>
    <dgm:cxn modelId="{6D8FDF7A-6F88-4B95-ADFC-50821FD94DEF}" srcId="{640253D8-FA2C-49AF-B6DD-767D78575315}" destId="{C385775B-5BAC-4EE5-A238-4CED6A09E042}" srcOrd="0" destOrd="0" parTransId="{B06B9A7F-0C38-4A40-AB21-B62CDE40A8FD}" sibTransId="{B92E8DD8-048D-45E3-96C1-6D082AE2E89C}"/>
    <dgm:cxn modelId="{1B88217D-E9B4-4ECE-B9AD-CB698CA5DE57}" type="presOf" srcId="{FF9F9C34-0C26-45E5-A90F-17074CDAF37C}" destId="{9C44C9A7-B7E7-48D8-8919-C633FBA03AA8}" srcOrd="0" destOrd="0" presId="urn:microsoft.com/office/officeart/2018/2/layout/IconLabelDescriptionList"/>
    <dgm:cxn modelId="{5C244281-A1E9-420D-AB94-20B70910C90B}" type="presOf" srcId="{C385775B-5BAC-4EE5-A238-4CED6A09E042}" destId="{794C0C70-67F9-4306-94F4-49EA25F0DB99}" srcOrd="0" destOrd="0" presId="urn:microsoft.com/office/officeart/2018/2/layout/IconLabelDescriptionList"/>
    <dgm:cxn modelId="{F8535A8A-55F9-4735-AD1E-639ED9244E6D}" type="presOf" srcId="{018EC07D-C819-491C-A707-3A72881254A7}" destId="{8D5A83FF-F561-4B39-A6E7-1F0C77634892}" srcOrd="0" destOrd="2" presId="urn:microsoft.com/office/officeart/2018/2/layout/IconLabelDescriptionList"/>
    <dgm:cxn modelId="{328A838D-BB86-4352-9010-C36B2CE3E0EB}" srcId="{640253D8-FA2C-49AF-B6DD-767D78575315}" destId="{ADFF40C1-49D2-4481-9F2F-F48028C25558}" srcOrd="4" destOrd="0" parTransId="{FE907A19-56BD-4114-A126-59CB6633047D}" sibTransId="{8E08E80E-B371-4538-A1F6-27EAA5FB1B18}"/>
    <dgm:cxn modelId="{45C7438F-21F1-4492-8602-D84E0A3AFFE1}" type="presOf" srcId="{B9A9C5B6-8D93-490E-8E7C-447E555DD9BB}" destId="{8D5A83FF-F561-4B39-A6E7-1F0C77634892}" srcOrd="0" destOrd="3" presId="urn:microsoft.com/office/officeart/2018/2/layout/IconLabelDescriptionList"/>
    <dgm:cxn modelId="{D90D2090-D72E-4DE2-9E4B-1A81B3AD16E6}" srcId="{640253D8-FA2C-49AF-B6DD-767D78575315}" destId="{947948A3-9E4B-4FFA-A315-D679731960D8}" srcOrd="1" destOrd="0" parTransId="{9DB80C08-B5D9-45B2-BB26-C065153E7920}" sibTransId="{14E6CBCB-DC27-4A66-A6B4-3D7B70BA7E5E}"/>
    <dgm:cxn modelId="{72217A90-2D5E-409C-93BA-2C8F2946F493}" srcId="{3126DBAF-C067-4B53-922D-CA6266296CE2}" destId="{D16A6187-0570-4487-A444-510EF61A5D33}" srcOrd="2" destOrd="0" parTransId="{014B2EE2-D4F5-4872-BF25-E1548EB05286}" sibTransId="{F64BD3C9-FB6E-499A-A8C5-D8F18664AF12}"/>
    <dgm:cxn modelId="{05D21393-BF47-41DC-9959-46FAB1A40E4E}" type="presOf" srcId="{A96C4691-47AA-42EE-8571-2A6D2258B760}" destId="{8D5A83FF-F561-4B39-A6E7-1F0C77634892}" srcOrd="0" destOrd="0" presId="urn:microsoft.com/office/officeart/2018/2/layout/IconLabelDescriptionList"/>
    <dgm:cxn modelId="{0BEAB599-A7A3-43A9-838E-C823104718F0}" type="presOf" srcId="{CB5C47E6-D170-438F-ADC5-6053B4F3CDB6}" destId="{8D5A83FF-F561-4B39-A6E7-1F0C77634892}" srcOrd="0" destOrd="4" presId="urn:microsoft.com/office/officeart/2018/2/layout/IconLabelDescriptionList"/>
    <dgm:cxn modelId="{B7C604A4-DC59-4613-9ACC-312EF85C1E32}" type="presOf" srcId="{DDA6D7EF-28C5-4516-AE2D-18E81DE0E48E}" destId="{8D5A83FF-F561-4B39-A6E7-1F0C77634892}" srcOrd="0" destOrd="1" presId="urn:microsoft.com/office/officeart/2018/2/layout/IconLabelDescriptionList"/>
    <dgm:cxn modelId="{E162DEA5-8EE5-47B7-A52A-37D07C416835}" srcId="{640253D8-FA2C-49AF-B6DD-767D78575315}" destId="{3126DBAF-C067-4B53-922D-CA6266296CE2}" srcOrd="2" destOrd="0" parTransId="{54C87C3D-00A5-4C33-AB9B-027B93BC9536}" sibTransId="{A5950E31-744C-4D8B-9F5B-828B347B293F}"/>
    <dgm:cxn modelId="{90909BB2-87C2-4D98-A97F-57C1B8144F98}" srcId="{947948A3-9E4B-4FFA-A315-D679731960D8}" destId="{2223B336-D17D-4C3C-8ACA-A48840CCE55D}" srcOrd="1" destOrd="0" parTransId="{F2DADD3A-AE1D-4146-A717-1FF3A454BF44}" sibTransId="{BC4F2767-DBDF-4536-9FCA-3A295295AAB9}"/>
    <dgm:cxn modelId="{71C916B8-C936-4FE7-8739-E9649C4ED790}" srcId="{C385775B-5BAC-4EE5-A238-4CED6A09E042}" destId="{A96C4691-47AA-42EE-8571-2A6D2258B760}" srcOrd="0" destOrd="0" parTransId="{6B15EA65-F932-4E02-96FF-96FCCC2C16AB}" sibTransId="{1083C48A-0CE4-439D-8F78-EE9457DC528C}"/>
    <dgm:cxn modelId="{8AE43AC1-B48F-4B7B-A673-849FCDF43241}" srcId="{947948A3-9E4B-4FFA-A315-D679731960D8}" destId="{9A52E42D-5AE9-4060-81D3-77F6DCC4CD48}" srcOrd="0" destOrd="0" parTransId="{07ECC648-29D4-4902-8081-92737EEFA19D}" sibTransId="{0719B264-E1E1-4D58-8F3A-87553FD39C32}"/>
    <dgm:cxn modelId="{BEC243C6-5FB3-49C7-8B83-ACF5803A64B0}" srcId="{3126DBAF-C067-4B53-922D-CA6266296CE2}" destId="{9BDDD2B1-4DA1-4F68-AF04-94A8AA4210B7}" srcOrd="3" destOrd="0" parTransId="{1E2FF512-46A9-46B2-BECE-C525262BC35A}" sibTransId="{E0E02738-F188-4C7F-9E93-A8A502525F41}"/>
    <dgm:cxn modelId="{8B480AC7-8077-436A-BD42-609FAA88ADB4}" type="presOf" srcId="{5EF66E70-A988-40D8-925B-7B2F7991AB84}" destId="{9C44C9A7-B7E7-48D8-8919-C633FBA03AA8}" srcOrd="0" destOrd="1" presId="urn:microsoft.com/office/officeart/2018/2/layout/IconLabelDescriptionList"/>
    <dgm:cxn modelId="{C83486C8-0E97-42A1-AFF2-77CB7EAD08DD}" srcId="{C385775B-5BAC-4EE5-A238-4CED6A09E042}" destId="{CB5C47E6-D170-438F-ADC5-6053B4F3CDB6}" srcOrd="4" destOrd="0" parTransId="{01180D62-B8BD-4B17-93B6-C85DC047ED3A}" sibTransId="{CA741351-9B71-4ED4-B967-B59BF83E5DE5}"/>
    <dgm:cxn modelId="{86BB20DD-A2D5-45D0-942F-CFD14E52AFFD}" type="presOf" srcId="{B2C21317-1D3A-48AE-808C-21D7A731506E}" destId="{2656E7CC-65C6-485F-ABAF-93221263EE70}" srcOrd="0" destOrd="0" presId="urn:microsoft.com/office/officeart/2018/2/layout/IconLabelDescriptionList"/>
    <dgm:cxn modelId="{311399E9-8624-4EB4-91F8-8375224639ED}" srcId="{C385775B-5BAC-4EE5-A238-4CED6A09E042}" destId="{B9A9C5B6-8D93-490E-8E7C-447E555DD9BB}" srcOrd="3" destOrd="0" parTransId="{FDE03FEE-2B89-4C75-AE52-41446E73AA9D}" sibTransId="{ECD74331-83E3-47BD-9996-66CDE2B5FD9F}"/>
    <dgm:cxn modelId="{BF9C31F3-9B18-4A68-ADC8-5E21C3E4E233}" srcId="{68DB7717-89A8-4FDB-8C9A-5F905006160A}" destId="{C71D658D-8616-4297-BA5B-0070C982A347}" srcOrd="2" destOrd="0" parTransId="{62009C42-B70B-41D0-8A20-C26575EE34D9}" sibTransId="{A8EF4AF0-E63C-4F15-B334-C81E931960FE}"/>
    <dgm:cxn modelId="{6AA8B1F8-7C90-40C0-BEEF-E9017286374C}" type="presOf" srcId="{C2068AC7-3E22-4463-8065-A9B2BE98E3DE}" destId="{08FBFA1B-8679-405A-9D29-FF83B983BB0D}" srcOrd="0" destOrd="0" presId="urn:microsoft.com/office/officeart/2018/2/layout/IconLabelDescriptionList"/>
    <dgm:cxn modelId="{592C29F9-67F9-4EC6-8F42-14C13F5A86E5}" type="presOf" srcId="{9BDDD2B1-4DA1-4F68-AF04-94A8AA4210B7}" destId="{9C44C9A7-B7E7-48D8-8919-C633FBA03AA8}" srcOrd="0" destOrd="3" presId="urn:microsoft.com/office/officeart/2018/2/layout/IconLabelDescriptionList"/>
    <dgm:cxn modelId="{E56617FD-0036-4F1B-B440-B36185A9ED73}" type="presOf" srcId="{C71D658D-8616-4297-BA5B-0070C982A347}" destId="{2656E7CC-65C6-485F-ABAF-93221263EE70}" srcOrd="0" destOrd="2" presId="urn:microsoft.com/office/officeart/2018/2/layout/IconLabelDescriptionList"/>
    <dgm:cxn modelId="{8908A04B-5D98-4DAE-8285-74E5B6B9C908}" type="presParOf" srcId="{61F7D106-BB3D-48B4-8443-FD4B1E72FE72}" destId="{0AB0D28B-BBA7-4B93-BAAF-CAD1A257A326}" srcOrd="0" destOrd="0" presId="urn:microsoft.com/office/officeart/2018/2/layout/IconLabelDescriptionList"/>
    <dgm:cxn modelId="{A79FD086-A3C4-4F2B-B513-3BC30D7AE5FE}" type="presParOf" srcId="{0AB0D28B-BBA7-4B93-BAAF-CAD1A257A326}" destId="{DBB39E63-C468-4B7B-A045-05C28D4B106D}" srcOrd="0" destOrd="0" presId="urn:microsoft.com/office/officeart/2018/2/layout/IconLabelDescriptionList"/>
    <dgm:cxn modelId="{F889EA92-3488-4818-8C3F-1800B769DD07}" type="presParOf" srcId="{0AB0D28B-BBA7-4B93-BAAF-CAD1A257A326}" destId="{ACB48FD5-AE48-4707-A290-D736CE213970}" srcOrd="1" destOrd="0" presId="urn:microsoft.com/office/officeart/2018/2/layout/IconLabelDescriptionList"/>
    <dgm:cxn modelId="{4B02DF20-5640-4756-84B1-23042701F9D0}" type="presParOf" srcId="{0AB0D28B-BBA7-4B93-BAAF-CAD1A257A326}" destId="{794C0C70-67F9-4306-94F4-49EA25F0DB99}" srcOrd="2" destOrd="0" presId="urn:microsoft.com/office/officeart/2018/2/layout/IconLabelDescriptionList"/>
    <dgm:cxn modelId="{86E83018-83C8-40A0-B612-1E1DC9D38F0B}" type="presParOf" srcId="{0AB0D28B-BBA7-4B93-BAAF-CAD1A257A326}" destId="{FFC0A9F2-3E38-400C-9718-C2234E8E5A2D}" srcOrd="3" destOrd="0" presId="urn:microsoft.com/office/officeart/2018/2/layout/IconLabelDescriptionList"/>
    <dgm:cxn modelId="{0CE5ABA1-7B91-446B-8E9A-4841C3DA446E}" type="presParOf" srcId="{0AB0D28B-BBA7-4B93-BAAF-CAD1A257A326}" destId="{8D5A83FF-F561-4B39-A6E7-1F0C77634892}" srcOrd="4" destOrd="0" presId="urn:microsoft.com/office/officeart/2018/2/layout/IconLabelDescriptionList"/>
    <dgm:cxn modelId="{F1A84DB2-B78A-400E-8404-D67953D5C7E7}" type="presParOf" srcId="{61F7D106-BB3D-48B4-8443-FD4B1E72FE72}" destId="{1F2CD98A-9AD2-4839-A8C6-32570D890B57}" srcOrd="1" destOrd="0" presId="urn:microsoft.com/office/officeart/2018/2/layout/IconLabelDescriptionList"/>
    <dgm:cxn modelId="{BF32824F-61BF-4140-82FE-238072C56828}" type="presParOf" srcId="{61F7D106-BB3D-48B4-8443-FD4B1E72FE72}" destId="{BDF2EBEB-B124-4751-A7C6-B974C4CBCDE7}" srcOrd="2" destOrd="0" presId="urn:microsoft.com/office/officeart/2018/2/layout/IconLabelDescriptionList"/>
    <dgm:cxn modelId="{D38FA74F-06E8-49A7-A1F4-956676910316}" type="presParOf" srcId="{BDF2EBEB-B124-4751-A7C6-B974C4CBCDE7}" destId="{B7D89EB3-0068-4749-BC0F-32A6FA67D2B8}" srcOrd="0" destOrd="0" presId="urn:microsoft.com/office/officeart/2018/2/layout/IconLabelDescriptionList"/>
    <dgm:cxn modelId="{B8633B38-EAFC-4AC1-875D-BB69E26E8732}" type="presParOf" srcId="{BDF2EBEB-B124-4751-A7C6-B974C4CBCDE7}" destId="{285272B1-56EC-455C-9C8A-D6591EF6047B}" srcOrd="1" destOrd="0" presId="urn:microsoft.com/office/officeart/2018/2/layout/IconLabelDescriptionList"/>
    <dgm:cxn modelId="{1914479E-82B1-428C-A4DC-E1E3F347A260}" type="presParOf" srcId="{BDF2EBEB-B124-4751-A7C6-B974C4CBCDE7}" destId="{FE0832F3-2D87-4B09-8D43-28F3336F2187}" srcOrd="2" destOrd="0" presId="urn:microsoft.com/office/officeart/2018/2/layout/IconLabelDescriptionList"/>
    <dgm:cxn modelId="{87578E53-DB93-4F19-A9DF-6B2F3F432DB7}" type="presParOf" srcId="{BDF2EBEB-B124-4751-A7C6-B974C4CBCDE7}" destId="{ED7853C6-D21F-42EE-9D4B-842409A33DB2}" srcOrd="3" destOrd="0" presId="urn:microsoft.com/office/officeart/2018/2/layout/IconLabelDescriptionList"/>
    <dgm:cxn modelId="{71A7A5D7-7514-4C9F-9CE6-D706950C7720}" type="presParOf" srcId="{BDF2EBEB-B124-4751-A7C6-B974C4CBCDE7}" destId="{9F91517B-3B16-4548-9B46-1F325739AD2B}" srcOrd="4" destOrd="0" presId="urn:microsoft.com/office/officeart/2018/2/layout/IconLabelDescriptionList"/>
    <dgm:cxn modelId="{550BC4A9-F3A4-4437-995A-48045ED0CE25}" type="presParOf" srcId="{61F7D106-BB3D-48B4-8443-FD4B1E72FE72}" destId="{C7CA4F26-8BF7-4F39-83C2-10D0706D1962}" srcOrd="3" destOrd="0" presId="urn:microsoft.com/office/officeart/2018/2/layout/IconLabelDescriptionList"/>
    <dgm:cxn modelId="{9495A130-74E5-40C2-9012-F817FA4743FD}" type="presParOf" srcId="{61F7D106-BB3D-48B4-8443-FD4B1E72FE72}" destId="{351908CD-3285-4C95-969C-5659F3A25C3A}" srcOrd="4" destOrd="0" presId="urn:microsoft.com/office/officeart/2018/2/layout/IconLabelDescriptionList"/>
    <dgm:cxn modelId="{F70B49FD-F46C-47E7-9308-442E90A71C34}" type="presParOf" srcId="{351908CD-3285-4C95-969C-5659F3A25C3A}" destId="{8C892B8C-8CFD-43ED-B4DA-1AA8B34D3E0F}" srcOrd="0" destOrd="0" presId="urn:microsoft.com/office/officeart/2018/2/layout/IconLabelDescriptionList"/>
    <dgm:cxn modelId="{6D1DE3CE-F916-4EDB-9FAA-6A439A516655}" type="presParOf" srcId="{351908CD-3285-4C95-969C-5659F3A25C3A}" destId="{C13947C2-FF37-4C61-AB70-8706E63AD9A2}" srcOrd="1" destOrd="0" presId="urn:microsoft.com/office/officeart/2018/2/layout/IconLabelDescriptionList"/>
    <dgm:cxn modelId="{3A776F31-B94A-4551-9868-2F0070FFAECF}" type="presParOf" srcId="{351908CD-3285-4C95-969C-5659F3A25C3A}" destId="{E75938F8-6F49-4413-A229-181344D04E76}" srcOrd="2" destOrd="0" presId="urn:microsoft.com/office/officeart/2018/2/layout/IconLabelDescriptionList"/>
    <dgm:cxn modelId="{519A9524-08DF-41D5-8D80-69E3CACDE215}" type="presParOf" srcId="{351908CD-3285-4C95-969C-5659F3A25C3A}" destId="{1DA72002-B3A6-43D6-AA93-BA93BF057838}" srcOrd="3" destOrd="0" presId="urn:microsoft.com/office/officeart/2018/2/layout/IconLabelDescriptionList"/>
    <dgm:cxn modelId="{208F3B2C-55D9-414D-A13E-7E8960344A3D}" type="presParOf" srcId="{351908CD-3285-4C95-969C-5659F3A25C3A}" destId="{9C44C9A7-B7E7-48D8-8919-C633FBA03AA8}" srcOrd="4" destOrd="0" presId="urn:microsoft.com/office/officeart/2018/2/layout/IconLabelDescriptionList"/>
    <dgm:cxn modelId="{76BF02A3-FD6C-4790-BD1D-CE050A93F5E5}" type="presParOf" srcId="{61F7D106-BB3D-48B4-8443-FD4B1E72FE72}" destId="{8ED4DD59-80CD-4146-A459-85B149CD9085}" srcOrd="5" destOrd="0" presId="urn:microsoft.com/office/officeart/2018/2/layout/IconLabelDescriptionList"/>
    <dgm:cxn modelId="{3A31E46B-5A38-445B-8DE0-AF2901EB06D3}" type="presParOf" srcId="{61F7D106-BB3D-48B4-8443-FD4B1E72FE72}" destId="{37F3BDE1-9CD9-4AB1-8C7F-BE344D114BB8}" srcOrd="6" destOrd="0" presId="urn:microsoft.com/office/officeart/2018/2/layout/IconLabelDescriptionList"/>
    <dgm:cxn modelId="{47FA22CA-691C-4B2D-98BF-C9F9092FFCDD}" type="presParOf" srcId="{37F3BDE1-9CD9-4AB1-8C7F-BE344D114BB8}" destId="{7F152594-58F4-4461-91ED-7087232A7795}" srcOrd="0" destOrd="0" presId="urn:microsoft.com/office/officeart/2018/2/layout/IconLabelDescriptionList"/>
    <dgm:cxn modelId="{45CAC8F8-9348-4DD6-A401-1BDA5978FFAB}" type="presParOf" srcId="{37F3BDE1-9CD9-4AB1-8C7F-BE344D114BB8}" destId="{B28F912B-F2A0-4355-B1AB-9A806FD0754B}" srcOrd="1" destOrd="0" presId="urn:microsoft.com/office/officeart/2018/2/layout/IconLabelDescriptionList"/>
    <dgm:cxn modelId="{015FC166-7DBE-4883-A960-91CF62F68849}" type="presParOf" srcId="{37F3BDE1-9CD9-4AB1-8C7F-BE344D114BB8}" destId="{83A3AD37-0C6F-4195-B760-6127A679BC46}" srcOrd="2" destOrd="0" presId="urn:microsoft.com/office/officeart/2018/2/layout/IconLabelDescriptionList"/>
    <dgm:cxn modelId="{3E8750A8-DC8C-419E-9F7E-B03B36131A9D}" type="presParOf" srcId="{37F3BDE1-9CD9-4AB1-8C7F-BE344D114BB8}" destId="{9B074F9B-84C0-4ED3-B554-606264B8C459}" srcOrd="3" destOrd="0" presId="urn:microsoft.com/office/officeart/2018/2/layout/IconLabelDescriptionList"/>
    <dgm:cxn modelId="{6CB9C623-F287-4CB0-9AB7-46D5F98F26E7}" type="presParOf" srcId="{37F3BDE1-9CD9-4AB1-8C7F-BE344D114BB8}" destId="{2656E7CC-65C6-485F-ABAF-93221263EE70}" srcOrd="4" destOrd="0" presId="urn:microsoft.com/office/officeart/2018/2/layout/IconLabelDescriptionList"/>
    <dgm:cxn modelId="{E16DAEA7-592C-4F9C-9B8C-46C394E37D21}" type="presParOf" srcId="{61F7D106-BB3D-48B4-8443-FD4B1E72FE72}" destId="{B773CB5A-7903-4C94-AB77-CB66B7C433F7}" srcOrd="7" destOrd="0" presId="urn:microsoft.com/office/officeart/2018/2/layout/IconLabelDescriptionList"/>
    <dgm:cxn modelId="{D8E6E368-3027-45CC-8480-637D459BA142}" type="presParOf" srcId="{61F7D106-BB3D-48B4-8443-FD4B1E72FE72}" destId="{5E6AF377-E504-4972-863B-93A1B51404EF}" srcOrd="8" destOrd="0" presId="urn:microsoft.com/office/officeart/2018/2/layout/IconLabelDescriptionList"/>
    <dgm:cxn modelId="{C15B532D-52D5-4425-8343-8E00C96E1DAE}" type="presParOf" srcId="{5E6AF377-E504-4972-863B-93A1B51404EF}" destId="{8520C728-503C-4C98-ACE6-9753819A6B0A}" srcOrd="0" destOrd="0" presId="urn:microsoft.com/office/officeart/2018/2/layout/IconLabelDescriptionList"/>
    <dgm:cxn modelId="{7C38F7D5-41A2-46A3-8775-21FB1AFEA7DE}" type="presParOf" srcId="{5E6AF377-E504-4972-863B-93A1B51404EF}" destId="{F33E50B3-41CE-499E-9EA7-BBC26304F6CB}" srcOrd="1" destOrd="0" presId="urn:microsoft.com/office/officeart/2018/2/layout/IconLabelDescriptionList"/>
    <dgm:cxn modelId="{6B5C2BE4-F899-40D3-8C7C-7C05F9A60A88}" type="presParOf" srcId="{5E6AF377-E504-4972-863B-93A1B51404EF}" destId="{A9D08529-3FDB-41D5-A090-E923B2E0B080}" srcOrd="2" destOrd="0" presId="urn:microsoft.com/office/officeart/2018/2/layout/IconLabelDescriptionList"/>
    <dgm:cxn modelId="{A1A5E410-BC05-418F-B353-BD8D3CCBDDAF}" type="presParOf" srcId="{5E6AF377-E504-4972-863B-93A1B51404EF}" destId="{56380C65-292E-41FB-9695-8F6BC2CFD6FF}" srcOrd="3" destOrd="0" presId="urn:microsoft.com/office/officeart/2018/2/layout/IconLabelDescriptionList"/>
    <dgm:cxn modelId="{02456BC2-9D79-4A46-84E2-7FB0505E9D44}" type="presParOf" srcId="{5E6AF377-E504-4972-863B-93A1B51404EF}" destId="{08FBFA1B-8679-405A-9D29-FF83B983BB0D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D67F823-EED3-4E3E-9E0A-BB32D9B1D63C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6_2" csCatId="accent6" phldr="1"/>
      <dgm:spPr/>
      <dgm:t>
        <a:bodyPr/>
        <a:lstStyle/>
        <a:p>
          <a:endParaRPr lang="en-US"/>
        </a:p>
      </dgm:t>
    </dgm:pt>
    <dgm:pt modelId="{0EA99AD7-38C5-40BB-AB7D-2E303012CB0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Details Component:</a:t>
          </a:r>
          <a:endParaRPr lang="en-US"/>
        </a:p>
      </dgm:t>
    </dgm:pt>
    <dgm:pt modelId="{D312A86B-0CC0-4048-B7CD-09AEBAFB3EC4}" type="parTrans" cxnId="{C2309A91-58A0-4038-AC64-55B44C21DA8C}">
      <dgm:prSet/>
      <dgm:spPr/>
      <dgm:t>
        <a:bodyPr/>
        <a:lstStyle/>
        <a:p>
          <a:endParaRPr lang="en-US"/>
        </a:p>
      </dgm:t>
    </dgm:pt>
    <dgm:pt modelId="{665D64E7-1D9E-4A4E-BA4E-CE96BD39C6FF}" type="sibTrans" cxnId="{C2309A91-58A0-4038-AC64-55B44C21DA8C}">
      <dgm:prSet/>
      <dgm:spPr/>
      <dgm:t>
        <a:bodyPr/>
        <a:lstStyle/>
        <a:p>
          <a:endParaRPr lang="en-US"/>
        </a:p>
      </dgm:t>
    </dgm:pt>
    <dgm:pt modelId="{1C85A7E0-F3F3-4137-8B8F-50AE9F5623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Displays transaction details with Material-UI styling and a doughnut chart.</a:t>
          </a:r>
        </a:p>
      </dgm:t>
    </dgm:pt>
    <dgm:pt modelId="{46034648-C0DF-4B4F-8A58-69EC223DD922}" type="parTrans" cxnId="{87E19DB3-6106-48BD-88DD-753F384142CB}">
      <dgm:prSet/>
      <dgm:spPr/>
      <dgm:t>
        <a:bodyPr/>
        <a:lstStyle/>
        <a:p>
          <a:endParaRPr lang="en-US"/>
        </a:p>
      </dgm:t>
    </dgm:pt>
    <dgm:pt modelId="{BBA374AA-CC61-4719-970C-2642425E407C}" type="sibTrans" cxnId="{87E19DB3-6106-48BD-88DD-753F384142CB}">
      <dgm:prSet/>
      <dgm:spPr/>
      <dgm:t>
        <a:bodyPr/>
        <a:lstStyle/>
        <a:p>
          <a:endParaRPr lang="en-US"/>
        </a:p>
      </dgm:t>
    </dgm:pt>
    <dgm:pt modelId="{AA116D3A-CE1A-474E-B923-921264A869A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Appearance and behavior depend on data fetched by useTransactions.</a:t>
          </a:r>
        </a:p>
      </dgm:t>
    </dgm:pt>
    <dgm:pt modelId="{5147AC0E-253E-4B4C-893A-6F597598D459}" type="parTrans" cxnId="{3F86BAEB-AEE9-4781-890A-DE85EDCD9849}">
      <dgm:prSet/>
      <dgm:spPr/>
      <dgm:t>
        <a:bodyPr/>
        <a:lstStyle/>
        <a:p>
          <a:endParaRPr lang="en-US"/>
        </a:p>
      </dgm:t>
    </dgm:pt>
    <dgm:pt modelId="{6C5FD6FD-8CFF-456E-A18B-43D9644CAFFC}" type="sibTrans" cxnId="{3F86BAEB-AEE9-4781-890A-DE85EDCD9849}">
      <dgm:prSet/>
      <dgm:spPr/>
      <dgm:t>
        <a:bodyPr/>
        <a:lstStyle/>
        <a:p>
          <a:endParaRPr lang="en-US"/>
        </a:p>
      </dgm:t>
    </dgm:pt>
    <dgm:pt modelId="{C255E43E-9B7F-40CC-9FA6-A981954A79D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Main Component:</a:t>
          </a:r>
          <a:endParaRPr lang="en-US"/>
        </a:p>
      </dgm:t>
    </dgm:pt>
    <dgm:pt modelId="{F6755ED3-6FD4-4588-B4E9-E984128D2963}" type="parTrans" cxnId="{F2F9A239-D67D-48D9-A2BB-CAD13A3BCBF9}">
      <dgm:prSet/>
      <dgm:spPr/>
      <dgm:t>
        <a:bodyPr/>
        <a:lstStyle/>
        <a:p>
          <a:endParaRPr lang="en-US"/>
        </a:p>
      </dgm:t>
    </dgm:pt>
    <dgm:pt modelId="{EFE3539D-EF53-42D9-A187-212846653828}" type="sibTrans" cxnId="{F2F9A239-D67D-48D9-A2BB-CAD13A3BCBF9}">
      <dgm:prSet/>
      <dgm:spPr/>
      <dgm:t>
        <a:bodyPr/>
        <a:lstStyle/>
        <a:p>
          <a:endParaRPr lang="en-US"/>
        </a:p>
      </dgm:t>
    </dgm:pt>
    <dgm:pt modelId="{2272D91F-F6C0-4BD3-AE97-4308566D230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Nested components include Form, List, Snackbar, and InfoCard.</a:t>
          </a:r>
        </a:p>
      </dgm:t>
    </dgm:pt>
    <dgm:pt modelId="{D900B43E-E595-4F90-8FBE-07945783ADC8}" type="parTrans" cxnId="{21DC858E-894C-43DC-8E43-723627E08D8B}">
      <dgm:prSet/>
      <dgm:spPr/>
      <dgm:t>
        <a:bodyPr/>
        <a:lstStyle/>
        <a:p>
          <a:endParaRPr lang="en-US"/>
        </a:p>
      </dgm:t>
    </dgm:pt>
    <dgm:pt modelId="{FF7C5220-9114-4751-895D-5FF89039AA9B}" type="sibTrans" cxnId="{21DC858E-894C-43DC-8E43-723627E08D8B}">
      <dgm:prSet/>
      <dgm:spPr/>
      <dgm:t>
        <a:bodyPr/>
        <a:lstStyle/>
        <a:p>
          <a:endParaRPr lang="en-US"/>
        </a:p>
      </dgm:t>
    </dgm:pt>
    <dgm:pt modelId="{1E8A03D8-07CE-4569-80EA-64E56B08EC5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Integrates elements to create a comprehensive interface for managing and tracking expenses.</a:t>
          </a:r>
        </a:p>
      </dgm:t>
    </dgm:pt>
    <dgm:pt modelId="{AD6BFC0B-A4D5-4D1B-AD2F-C23A5AF586B1}" type="parTrans" cxnId="{F72CA3B3-ADB1-4081-B96E-BCD89597C219}">
      <dgm:prSet/>
      <dgm:spPr/>
      <dgm:t>
        <a:bodyPr/>
        <a:lstStyle/>
        <a:p>
          <a:endParaRPr lang="en-US"/>
        </a:p>
      </dgm:t>
    </dgm:pt>
    <dgm:pt modelId="{0CE630FD-CC11-4BA3-8D06-F6BBA18AEB72}" type="sibTrans" cxnId="{F72CA3B3-ADB1-4081-B96E-BCD89597C219}">
      <dgm:prSet/>
      <dgm:spPr/>
      <dgm:t>
        <a:bodyPr/>
        <a:lstStyle/>
        <a:p>
          <a:endParaRPr lang="en-US"/>
        </a:p>
      </dgm:t>
    </dgm:pt>
    <dgm:pt modelId="{629B96C1-DC7B-419C-9905-A2E49F73C36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Fetches and displays the total balance, enables input of new transactions, and presents a list of recorded transactions.</a:t>
          </a:r>
        </a:p>
      </dgm:t>
    </dgm:pt>
    <dgm:pt modelId="{B6369B07-477E-4947-B7F2-64369BC19B25}" type="parTrans" cxnId="{1155A736-577C-4DB3-9A77-2D040010D186}">
      <dgm:prSet/>
      <dgm:spPr/>
      <dgm:t>
        <a:bodyPr/>
        <a:lstStyle/>
        <a:p>
          <a:endParaRPr lang="en-US"/>
        </a:p>
      </dgm:t>
    </dgm:pt>
    <dgm:pt modelId="{C2C2AA0D-0889-4A7C-8D7E-390C103B92CA}" type="sibTrans" cxnId="{1155A736-577C-4DB3-9A77-2D040010D186}">
      <dgm:prSet/>
      <dgm:spPr/>
      <dgm:t>
        <a:bodyPr/>
        <a:lstStyle/>
        <a:p>
          <a:endParaRPr lang="en-US"/>
        </a:p>
      </dgm:t>
    </dgm:pt>
    <dgm:pt modelId="{78558AE3-02F7-473A-B342-7A86459080E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Form Component:</a:t>
          </a:r>
          <a:endParaRPr lang="en-US"/>
        </a:p>
      </dgm:t>
    </dgm:pt>
    <dgm:pt modelId="{9C18F27A-8E33-4CB1-A989-C7CE9E5C7744}" type="parTrans" cxnId="{85163FA4-9894-455B-8D55-65A80D717379}">
      <dgm:prSet/>
      <dgm:spPr/>
      <dgm:t>
        <a:bodyPr/>
        <a:lstStyle/>
        <a:p>
          <a:endParaRPr lang="en-US"/>
        </a:p>
      </dgm:t>
    </dgm:pt>
    <dgm:pt modelId="{69111365-977C-485F-BFB8-9D676A8BB72A}" type="sibTrans" cxnId="{85163FA4-9894-455B-8D55-65A80D717379}">
      <dgm:prSet/>
      <dgm:spPr/>
      <dgm:t>
        <a:bodyPr/>
        <a:lstStyle/>
        <a:p>
          <a:endParaRPr lang="en-US"/>
        </a:p>
      </dgm:t>
    </dgm:pt>
    <dgm:pt modelId="{6509C32F-D92A-46AC-AE50-444E7E83945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Responsible for creating and inputting financial transactions.</a:t>
          </a:r>
        </a:p>
      </dgm:t>
    </dgm:pt>
    <dgm:pt modelId="{B39D3146-2519-40B7-ABE2-2E8441BCD5EB}" type="parTrans" cxnId="{0E0092A8-9104-4075-8876-7010CE8E196F}">
      <dgm:prSet/>
      <dgm:spPr/>
      <dgm:t>
        <a:bodyPr/>
        <a:lstStyle/>
        <a:p>
          <a:endParaRPr lang="en-US"/>
        </a:p>
      </dgm:t>
    </dgm:pt>
    <dgm:pt modelId="{75581A11-458A-4BEE-9AAF-30243D6FF040}" type="sibTrans" cxnId="{0E0092A8-9104-4075-8876-7010CE8E196F}">
      <dgm:prSet/>
      <dgm:spPr/>
      <dgm:t>
        <a:bodyPr/>
        <a:lstStyle/>
        <a:p>
          <a:endParaRPr lang="en-US"/>
        </a:p>
      </dgm:t>
    </dgm:pt>
    <dgm:pt modelId="{05E36F1C-057B-487B-862F-F5629C78A86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Dynamic category selection based on the chosen transaction type.</a:t>
          </a:r>
        </a:p>
      </dgm:t>
    </dgm:pt>
    <dgm:pt modelId="{F713E353-FBE1-47F0-AB40-421EDA55FC82}" type="parTrans" cxnId="{DBD6A561-F8CE-416B-B6DA-41B4233B7482}">
      <dgm:prSet/>
      <dgm:spPr/>
      <dgm:t>
        <a:bodyPr/>
        <a:lstStyle/>
        <a:p>
          <a:endParaRPr lang="en-US"/>
        </a:p>
      </dgm:t>
    </dgm:pt>
    <dgm:pt modelId="{EC7E3EBC-40CB-4F2B-AA86-0C353C0470FA}" type="sibTrans" cxnId="{DBD6A561-F8CE-416B-B6DA-41B4233B7482}">
      <dgm:prSet/>
      <dgm:spPr/>
      <dgm:t>
        <a:bodyPr/>
        <a:lstStyle/>
        <a:p>
          <a:endParaRPr lang="en-US"/>
        </a:p>
      </dgm:t>
    </dgm:pt>
    <dgm:pt modelId="{2740D161-A1ED-4985-A8C0-0711C3EC4DB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Provides user feedback through a snackbar notification.</a:t>
          </a:r>
        </a:p>
      </dgm:t>
    </dgm:pt>
    <dgm:pt modelId="{ED9A3D4B-7195-4C4A-9355-735B91C49C86}" type="parTrans" cxnId="{B6DD883F-02B4-4CA9-B6F2-983570406A1D}">
      <dgm:prSet/>
      <dgm:spPr/>
      <dgm:t>
        <a:bodyPr/>
        <a:lstStyle/>
        <a:p>
          <a:endParaRPr lang="en-US"/>
        </a:p>
      </dgm:t>
    </dgm:pt>
    <dgm:pt modelId="{D1284496-D116-4100-A8A8-8FE799A0453D}" type="sibTrans" cxnId="{B6DD883F-02B4-4CA9-B6F2-983570406A1D}">
      <dgm:prSet/>
      <dgm:spPr/>
      <dgm:t>
        <a:bodyPr/>
        <a:lstStyle/>
        <a:p>
          <a:endParaRPr lang="en-US"/>
        </a:p>
      </dgm:t>
    </dgm:pt>
    <dgm:pt modelId="{5C0A1A24-4700-4923-B383-1237CA28134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List Component:</a:t>
          </a:r>
          <a:endParaRPr lang="en-US"/>
        </a:p>
      </dgm:t>
    </dgm:pt>
    <dgm:pt modelId="{A50E7982-02AD-4185-A9D8-97D3E67022F9}" type="parTrans" cxnId="{D5319CF9-A2DC-4AB6-A818-479D7EDB9CF4}">
      <dgm:prSet/>
      <dgm:spPr/>
      <dgm:t>
        <a:bodyPr/>
        <a:lstStyle/>
        <a:p>
          <a:endParaRPr lang="en-US"/>
        </a:p>
      </dgm:t>
    </dgm:pt>
    <dgm:pt modelId="{87A02D1D-9258-42E4-991A-5DAA56CAD160}" type="sibTrans" cxnId="{D5319CF9-A2DC-4AB6-A818-479D7EDB9CF4}">
      <dgm:prSet/>
      <dgm:spPr/>
      <dgm:t>
        <a:bodyPr/>
        <a:lstStyle/>
        <a:p>
          <a:endParaRPr lang="en-US"/>
        </a:p>
      </dgm:t>
    </dgm:pt>
    <dgm:pt modelId="{111D6669-66B1-4F09-B757-9742D883196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Renders a list of financial transactions with options to delete each transaction.</a:t>
          </a:r>
        </a:p>
      </dgm:t>
    </dgm:pt>
    <dgm:pt modelId="{939C9BFF-A78F-4FA0-8792-275370D4E706}" type="parTrans" cxnId="{C070B623-5507-438E-9F21-5F3FC69C436B}">
      <dgm:prSet/>
      <dgm:spPr/>
      <dgm:t>
        <a:bodyPr/>
        <a:lstStyle/>
        <a:p>
          <a:endParaRPr lang="en-US"/>
        </a:p>
      </dgm:t>
    </dgm:pt>
    <dgm:pt modelId="{2AF42258-E358-42E1-9FDB-9C2C9DB17FCA}" type="sibTrans" cxnId="{C070B623-5507-438E-9F21-5F3FC69C436B}">
      <dgm:prSet/>
      <dgm:spPr/>
      <dgm:t>
        <a:bodyPr/>
        <a:lstStyle/>
        <a:p>
          <a:endParaRPr lang="en-US"/>
        </a:p>
      </dgm:t>
    </dgm:pt>
    <dgm:pt modelId="{66311D87-C7BB-47C6-BC17-5083EC2CEEE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Uses Material-UI components for styling and animation effects.</a:t>
          </a:r>
        </a:p>
      </dgm:t>
    </dgm:pt>
    <dgm:pt modelId="{FEA09392-0CB9-4AF6-A7D8-B5760C3BE7C2}" type="parTrans" cxnId="{5F9EF476-E7BC-4E46-A692-A28E87D3B8D4}">
      <dgm:prSet/>
      <dgm:spPr/>
      <dgm:t>
        <a:bodyPr/>
        <a:lstStyle/>
        <a:p>
          <a:endParaRPr lang="en-US"/>
        </a:p>
      </dgm:t>
    </dgm:pt>
    <dgm:pt modelId="{38602160-447E-4674-8E97-A4CC97107E00}" type="sibTrans" cxnId="{5F9EF476-E7BC-4E46-A692-A28E87D3B8D4}">
      <dgm:prSet/>
      <dgm:spPr/>
      <dgm:t>
        <a:bodyPr/>
        <a:lstStyle/>
        <a:p>
          <a:endParaRPr lang="en-US"/>
        </a:p>
      </dgm:t>
    </dgm:pt>
    <dgm:pt modelId="{2D20BD74-350C-4325-BB7B-826DDF02411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Retrieves data from the ExpenseTrackerContext and utilizes the deleteTransaction function.</a:t>
          </a:r>
        </a:p>
      </dgm:t>
    </dgm:pt>
    <dgm:pt modelId="{8B35697E-A0EE-4B4A-9B6D-C13DE4CFA780}" type="parTrans" cxnId="{55AF911C-FB3E-4217-B6DC-8CCFCEF61322}">
      <dgm:prSet/>
      <dgm:spPr/>
      <dgm:t>
        <a:bodyPr/>
        <a:lstStyle/>
        <a:p>
          <a:endParaRPr lang="en-US"/>
        </a:p>
      </dgm:t>
    </dgm:pt>
    <dgm:pt modelId="{BF867392-2C44-4DE4-BA37-C11B83C3113C}" type="sibTrans" cxnId="{55AF911C-FB3E-4217-B6DC-8CCFCEF61322}">
      <dgm:prSet/>
      <dgm:spPr/>
      <dgm:t>
        <a:bodyPr/>
        <a:lstStyle/>
        <a:p>
          <a:endParaRPr lang="en-US"/>
        </a:p>
      </dgm:t>
    </dgm:pt>
    <dgm:pt modelId="{31FD795A-6E1D-4082-93CC-819D86F4DF5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Snackbar Component:</a:t>
          </a:r>
          <a:endParaRPr lang="en-US"/>
        </a:p>
      </dgm:t>
    </dgm:pt>
    <dgm:pt modelId="{3E23871F-16C3-4CFF-93D3-A58B040F179A}" type="parTrans" cxnId="{8A15D4BB-03E4-448E-BB4B-5DFC69D461A1}">
      <dgm:prSet/>
      <dgm:spPr/>
      <dgm:t>
        <a:bodyPr/>
        <a:lstStyle/>
        <a:p>
          <a:endParaRPr lang="en-US"/>
        </a:p>
      </dgm:t>
    </dgm:pt>
    <dgm:pt modelId="{CF093315-4E23-4A5E-8FB3-063A8D8B6D88}" type="sibTrans" cxnId="{8A15D4BB-03E4-448E-BB4B-5DFC69D461A1}">
      <dgm:prSet/>
      <dgm:spPr/>
      <dgm:t>
        <a:bodyPr/>
        <a:lstStyle/>
        <a:p>
          <a:endParaRPr lang="en-US"/>
        </a:p>
      </dgm:t>
    </dgm:pt>
    <dgm:pt modelId="{58E9D0FB-6253-4237-BA6C-6B575CD8D5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Enhances the user experience with clear and visually appealing notifications.</a:t>
          </a:r>
        </a:p>
      </dgm:t>
    </dgm:pt>
    <dgm:pt modelId="{626C8E49-BD70-407A-8FB9-E48FD3C63D2B}" type="parTrans" cxnId="{3477BD11-3736-4243-91ED-5A17439CDA99}">
      <dgm:prSet/>
      <dgm:spPr/>
      <dgm:t>
        <a:bodyPr/>
        <a:lstStyle/>
        <a:p>
          <a:endParaRPr lang="en-US"/>
        </a:p>
      </dgm:t>
    </dgm:pt>
    <dgm:pt modelId="{8E4BBF10-FCA8-4570-8B8E-FDFDDEAC968D}" type="sibTrans" cxnId="{3477BD11-3736-4243-91ED-5A17439CDA99}">
      <dgm:prSet/>
      <dgm:spPr/>
      <dgm:t>
        <a:bodyPr/>
        <a:lstStyle/>
        <a:p>
          <a:endParaRPr lang="en-US"/>
        </a:p>
      </dgm:t>
    </dgm:pt>
    <dgm:pt modelId="{F0B4FACC-0CA3-43E8-AD83-A3D6AAD0810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Displays notifications for events like successfully creating a transaction.</a:t>
          </a:r>
        </a:p>
      </dgm:t>
    </dgm:pt>
    <dgm:pt modelId="{06915B3A-EC8A-4FEB-8EE6-F2BB7A3ADB44}" type="parTrans" cxnId="{22D1C96E-3883-4ACC-9E00-53D851665619}">
      <dgm:prSet/>
      <dgm:spPr/>
      <dgm:t>
        <a:bodyPr/>
        <a:lstStyle/>
        <a:p>
          <a:endParaRPr lang="en-US"/>
        </a:p>
      </dgm:t>
    </dgm:pt>
    <dgm:pt modelId="{51B3B476-0115-45DD-9337-A6FBFBE076F2}" type="sibTrans" cxnId="{22D1C96E-3883-4ACC-9E00-53D851665619}">
      <dgm:prSet/>
      <dgm:spPr/>
      <dgm:t>
        <a:bodyPr/>
        <a:lstStyle/>
        <a:p>
          <a:endParaRPr lang="en-US"/>
        </a:p>
      </dgm:t>
    </dgm:pt>
    <dgm:pt modelId="{48E0F6C8-4FBC-4936-8056-3D778F0CA2D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Follows best practices for displaying notifications.</a:t>
          </a:r>
        </a:p>
      </dgm:t>
    </dgm:pt>
    <dgm:pt modelId="{3178467B-C38C-4E98-83A0-6619C33FB0AD}" type="parTrans" cxnId="{9DDD2CD7-EA65-4088-A673-ED47A616C95A}">
      <dgm:prSet/>
      <dgm:spPr/>
      <dgm:t>
        <a:bodyPr/>
        <a:lstStyle/>
        <a:p>
          <a:endParaRPr lang="en-US"/>
        </a:p>
      </dgm:t>
    </dgm:pt>
    <dgm:pt modelId="{C1CB7133-8540-47CA-9A66-D617B0A09230}" type="sibTrans" cxnId="{9DDD2CD7-EA65-4088-A673-ED47A616C95A}">
      <dgm:prSet/>
      <dgm:spPr/>
      <dgm:t>
        <a:bodyPr/>
        <a:lstStyle/>
        <a:p>
          <a:endParaRPr lang="en-US"/>
        </a:p>
      </dgm:t>
    </dgm:pt>
    <dgm:pt modelId="{7C89FC65-BAF4-4F5E-B94B-630B544B5DC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InfoCard Component:</a:t>
          </a:r>
          <a:endParaRPr lang="en-US"/>
        </a:p>
      </dgm:t>
    </dgm:pt>
    <dgm:pt modelId="{C90011CD-88D1-4E6F-938C-96459F614B78}" type="parTrans" cxnId="{91AD2FF5-B7CB-4B09-8A11-6B008CE6AD17}">
      <dgm:prSet/>
      <dgm:spPr/>
      <dgm:t>
        <a:bodyPr/>
        <a:lstStyle/>
        <a:p>
          <a:endParaRPr lang="en-US"/>
        </a:p>
      </dgm:t>
    </dgm:pt>
    <dgm:pt modelId="{E2C2BB0C-D8E9-487F-ADBD-793CFC5DECA2}" type="sibTrans" cxnId="{91AD2FF5-B7CB-4B09-8A11-6B008CE6AD17}">
      <dgm:prSet/>
      <dgm:spPr/>
      <dgm:t>
        <a:bodyPr/>
        <a:lstStyle/>
        <a:p>
          <a:endParaRPr lang="en-US"/>
        </a:p>
      </dgm:t>
    </dgm:pt>
    <dgm:pt modelId="{2DB975D5-8B94-4D2E-A98A-E5DF93824CA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Provides suggestions for entering financial transactions.</a:t>
          </a:r>
        </a:p>
      </dgm:t>
    </dgm:pt>
    <dgm:pt modelId="{3D0BBE09-2F8C-480C-B3D2-2C15654DF189}" type="parTrans" cxnId="{153D6FB1-3C26-44D4-BA11-5B591E3B5428}">
      <dgm:prSet/>
      <dgm:spPr/>
      <dgm:t>
        <a:bodyPr/>
        <a:lstStyle/>
        <a:p>
          <a:endParaRPr lang="en-US"/>
        </a:p>
      </dgm:t>
    </dgm:pt>
    <dgm:pt modelId="{AD96F1E4-0EBE-432F-9273-693D528695FF}" type="sibTrans" cxnId="{153D6FB1-3C26-44D4-BA11-5B591E3B5428}">
      <dgm:prSet/>
      <dgm:spPr/>
      <dgm:t>
        <a:bodyPr/>
        <a:lstStyle/>
        <a:p>
          <a:endParaRPr lang="en-US"/>
        </a:p>
      </dgm:t>
    </dgm:pt>
    <dgm:pt modelId="{00B22964-596D-4EBD-BFD0-60341BBE0CF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Randomly generates details for income or expense with basic styling.</a:t>
          </a:r>
        </a:p>
      </dgm:t>
    </dgm:pt>
    <dgm:pt modelId="{49CBF09F-BB10-4B62-B122-6355C8309ABD}" type="parTrans" cxnId="{D52EB960-409D-44AE-B6CA-49D2FBF56D93}">
      <dgm:prSet/>
      <dgm:spPr/>
      <dgm:t>
        <a:bodyPr/>
        <a:lstStyle/>
        <a:p>
          <a:endParaRPr lang="en-US"/>
        </a:p>
      </dgm:t>
    </dgm:pt>
    <dgm:pt modelId="{AA01AFFD-94A2-4804-9051-E7E8D3FD33F3}" type="sibTrans" cxnId="{D52EB960-409D-44AE-B6CA-49D2FBF56D93}">
      <dgm:prSet/>
      <dgm:spPr/>
      <dgm:t>
        <a:bodyPr/>
        <a:lstStyle/>
        <a:p>
          <a:endParaRPr lang="en-US"/>
        </a:p>
      </dgm:t>
    </dgm:pt>
    <dgm:pt modelId="{2055B74F-FA61-4E33-8EE2-08D5FC0D64F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May be used for instructional or testing purposes.</a:t>
          </a:r>
        </a:p>
      </dgm:t>
    </dgm:pt>
    <dgm:pt modelId="{8236FFB0-7281-43D0-B7DA-25E3F42884D0}" type="parTrans" cxnId="{CD59A62C-422B-4358-A802-11C3F072830F}">
      <dgm:prSet/>
      <dgm:spPr/>
      <dgm:t>
        <a:bodyPr/>
        <a:lstStyle/>
        <a:p>
          <a:endParaRPr lang="en-US"/>
        </a:p>
      </dgm:t>
    </dgm:pt>
    <dgm:pt modelId="{2C5234F6-66BF-47DC-A779-B53AB1EA097B}" type="sibTrans" cxnId="{CD59A62C-422B-4358-A802-11C3F072830F}">
      <dgm:prSet/>
      <dgm:spPr/>
      <dgm:t>
        <a:bodyPr/>
        <a:lstStyle/>
        <a:p>
          <a:endParaRPr lang="en-US"/>
        </a:p>
      </dgm:t>
    </dgm:pt>
    <dgm:pt modelId="{3D039A2D-52C1-44A3-8593-65662C49F631}" type="pres">
      <dgm:prSet presAssocID="{5D67F823-EED3-4E3E-9E0A-BB32D9B1D63C}" presName="root" presStyleCnt="0">
        <dgm:presLayoutVars>
          <dgm:dir/>
          <dgm:resizeHandles val="exact"/>
        </dgm:presLayoutVars>
      </dgm:prSet>
      <dgm:spPr/>
    </dgm:pt>
    <dgm:pt modelId="{E5176EFA-1F7B-4134-A60C-CF23AC6E8279}" type="pres">
      <dgm:prSet presAssocID="{0EA99AD7-38C5-40BB-AB7D-2E303012CB0C}" presName="compNode" presStyleCnt="0"/>
      <dgm:spPr/>
    </dgm:pt>
    <dgm:pt modelId="{83A76C60-CF35-40AB-9CE8-94F8739E3FBB}" type="pres">
      <dgm:prSet presAssocID="{0EA99AD7-38C5-40BB-AB7D-2E303012CB0C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62ACA5A0-76A7-498D-A5C6-D35B75207B14}" type="pres">
      <dgm:prSet presAssocID="{0EA99AD7-38C5-40BB-AB7D-2E303012CB0C}" presName="iconSpace" presStyleCnt="0"/>
      <dgm:spPr/>
    </dgm:pt>
    <dgm:pt modelId="{F493F7BF-B338-4375-8530-0E37F0E17BAC}" type="pres">
      <dgm:prSet presAssocID="{0EA99AD7-38C5-40BB-AB7D-2E303012CB0C}" presName="parTx" presStyleLbl="revTx" presStyleIdx="0" presStyleCnt="12">
        <dgm:presLayoutVars>
          <dgm:chMax val="0"/>
          <dgm:chPref val="0"/>
        </dgm:presLayoutVars>
      </dgm:prSet>
      <dgm:spPr/>
    </dgm:pt>
    <dgm:pt modelId="{E77D41E4-2F4D-44F7-A49F-FEFF96F5301D}" type="pres">
      <dgm:prSet presAssocID="{0EA99AD7-38C5-40BB-AB7D-2E303012CB0C}" presName="txSpace" presStyleCnt="0"/>
      <dgm:spPr/>
    </dgm:pt>
    <dgm:pt modelId="{8B4513A4-7775-4CCD-96F2-5B07433BD63B}" type="pres">
      <dgm:prSet presAssocID="{0EA99AD7-38C5-40BB-AB7D-2E303012CB0C}" presName="desTx" presStyleLbl="revTx" presStyleIdx="1" presStyleCnt="12">
        <dgm:presLayoutVars/>
      </dgm:prSet>
      <dgm:spPr/>
    </dgm:pt>
    <dgm:pt modelId="{83F42D29-65B9-418C-9D50-2B01C30C0A05}" type="pres">
      <dgm:prSet presAssocID="{665D64E7-1D9E-4A4E-BA4E-CE96BD39C6FF}" presName="sibTrans" presStyleCnt="0"/>
      <dgm:spPr/>
    </dgm:pt>
    <dgm:pt modelId="{A79CDD69-588B-43A7-B441-586AC4C779A8}" type="pres">
      <dgm:prSet presAssocID="{C255E43E-9B7F-40CC-9FA6-A981954A79DD}" presName="compNode" presStyleCnt="0"/>
      <dgm:spPr/>
    </dgm:pt>
    <dgm:pt modelId="{5743FE4F-3826-419C-B57A-BAF5C01E9B1A}" type="pres">
      <dgm:prSet presAssocID="{C255E43E-9B7F-40CC-9FA6-A981954A79DD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E760EEB8-9A86-460D-A094-7381DDD6FCBA}" type="pres">
      <dgm:prSet presAssocID="{C255E43E-9B7F-40CC-9FA6-A981954A79DD}" presName="iconSpace" presStyleCnt="0"/>
      <dgm:spPr/>
    </dgm:pt>
    <dgm:pt modelId="{23B358D5-0872-441F-AF94-1A8EAC4B9D1B}" type="pres">
      <dgm:prSet presAssocID="{C255E43E-9B7F-40CC-9FA6-A981954A79DD}" presName="parTx" presStyleLbl="revTx" presStyleIdx="2" presStyleCnt="12">
        <dgm:presLayoutVars>
          <dgm:chMax val="0"/>
          <dgm:chPref val="0"/>
        </dgm:presLayoutVars>
      </dgm:prSet>
      <dgm:spPr/>
    </dgm:pt>
    <dgm:pt modelId="{EBBE63C6-90E7-40B7-8A64-41028A86A008}" type="pres">
      <dgm:prSet presAssocID="{C255E43E-9B7F-40CC-9FA6-A981954A79DD}" presName="txSpace" presStyleCnt="0"/>
      <dgm:spPr/>
    </dgm:pt>
    <dgm:pt modelId="{FAFE2266-871C-4883-8056-F6660B6FCEDD}" type="pres">
      <dgm:prSet presAssocID="{C255E43E-9B7F-40CC-9FA6-A981954A79DD}" presName="desTx" presStyleLbl="revTx" presStyleIdx="3" presStyleCnt="12">
        <dgm:presLayoutVars/>
      </dgm:prSet>
      <dgm:spPr/>
    </dgm:pt>
    <dgm:pt modelId="{F3C4836D-F93A-4C93-8E4D-C12B39E8FC75}" type="pres">
      <dgm:prSet presAssocID="{EFE3539D-EF53-42D9-A187-212846653828}" presName="sibTrans" presStyleCnt="0"/>
      <dgm:spPr/>
    </dgm:pt>
    <dgm:pt modelId="{759750E9-4B70-41A2-9711-4AAA09E76ED1}" type="pres">
      <dgm:prSet presAssocID="{78558AE3-02F7-473A-B342-7A86459080ED}" presName="compNode" presStyleCnt="0"/>
      <dgm:spPr/>
    </dgm:pt>
    <dgm:pt modelId="{60E91F3D-AAA6-4FFD-84A8-2DF649262838}" type="pres">
      <dgm:prSet presAssocID="{78558AE3-02F7-473A-B342-7A86459080ED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gister"/>
        </a:ext>
      </dgm:extLst>
    </dgm:pt>
    <dgm:pt modelId="{DC0CF60C-985D-43F6-8F97-9EBDAFE72987}" type="pres">
      <dgm:prSet presAssocID="{78558AE3-02F7-473A-B342-7A86459080ED}" presName="iconSpace" presStyleCnt="0"/>
      <dgm:spPr/>
    </dgm:pt>
    <dgm:pt modelId="{008C859F-D00F-4355-A723-E31387459C3B}" type="pres">
      <dgm:prSet presAssocID="{78558AE3-02F7-473A-B342-7A86459080ED}" presName="parTx" presStyleLbl="revTx" presStyleIdx="4" presStyleCnt="12">
        <dgm:presLayoutVars>
          <dgm:chMax val="0"/>
          <dgm:chPref val="0"/>
        </dgm:presLayoutVars>
      </dgm:prSet>
      <dgm:spPr/>
    </dgm:pt>
    <dgm:pt modelId="{594C4652-3624-45A8-8F20-DC3F272FEC16}" type="pres">
      <dgm:prSet presAssocID="{78558AE3-02F7-473A-B342-7A86459080ED}" presName="txSpace" presStyleCnt="0"/>
      <dgm:spPr/>
    </dgm:pt>
    <dgm:pt modelId="{AA509114-1793-4755-9C31-87E558D676DD}" type="pres">
      <dgm:prSet presAssocID="{78558AE3-02F7-473A-B342-7A86459080ED}" presName="desTx" presStyleLbl="revTx" presStyleIdx="5" presStyleCnt="12">
        <dgm:presLayoutVars/>
      </dgm:prSet>
      <dgm:spPr/>
    </dgm:pt>
    <dgm:pt modelId="{FBFBE943-B16E-40B9-A2A1-0D8D586B5900}" type="pres">
      <dgm:prSet presAssocID="{69111365-977C-485F-BFB8-9D676A8BB72A}" presName="sibTrans" presStyleCnt="0"/>
      <dgm:spPr/>
    </dgm:pt>
    <dgm:pt modelId="{0D89D084-C7B0-481D-9BEF-4E05C7A63789}" type="pres">
      <dgm:prSet presAssocID="{5C0A1A24-4700-4923-B383-1237CA281342}" presName="compNode" presStyleCnt="0"/>
      <dgm:spPr/>
    </dgm:pt>
    <dgm:pt modelId="{67DBA26F-95C2-41D9-89E9-44BAC2D6D815}" type="pres">
      <dgm:prSet presAssocID="{5C0A1A24-4700-4923-B383-1237CA281342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1725E010-075C-4FF6-8125-268D547598E1}" type="pres">
      <dgm:prSet presAssocID="{5C0A1A24-4700-4923-B383-1237CA281342}" presName="iconSpace" presStyleCnt="0"/>
      <dgm:spPr/>
    </dgm:pt>
    <dgm:pt modelId="{BAFED05D-385F-4E16-981A-452ECEE83843}" type="pres">
      <dgm:prSet presAssocID="{5C0A1A24-4700-4923-B383-1237CA281342}" presName="parTx" presStyleLbl="revTx" presStyleIdx="6" presStyleCnt="12">
        <dgm:presLayoutVars>
          <dgm:chMax val="0"/>
          <dgm:chPref val="0"/>
        </dgm:presLayoutVars>
      </dgm:prSet>
      <dgm:spPr/>
    </dgm:pt>
    <dgm:pt modelId="{4A931DA1-E019-4B25-906D-FE2D392355E1}" type="pres">
      <dgm:prSet presAssocID="{5C0A1A24-4700-4923-B383-1237CA281342}" presName="txSpace" presStyleCnt="0"/>
      <dgm:spPr/>
    </dgm:pt>
    <dgm:pt modelId="{476577D7-48C3-4429-AECF-824A2661C963}" type="pres">
      <dgm:prSet presAssocID="{5C0A1A24-4700-4923-B383-1237CA281342}" presName="desTx" presStyleLbl="revTx" presStyleIdx="7" presStyleCnt="12">
        <dgm:presLayoutVars/>
      </dgm:prSet>
      <dgm:spPr/>
    </dgm:pt>
    <dgm:pt modelId="{8C77E21A-0C7C-4281-93A5-EB174CDBE8B5}" type="pres">
      <dgm:prSet presAssocID="{87A02D1D-9258-42E4-991A-5DAA56CAD160}" presName="sibTrans" presStyleCnt="0"/>
      <dgm:spPr/>
    </dgm:pt>
    <dgm:pt modelId="{A15F70A8-8C4D-4464-9DB5-F64B6834B525}" type="pres">
      <dgm:prSet presAssocID="{31FD795A-6E1D-4082-93CC-819D86F4DF52}" presName="compNode" presStyleCnt="0"/>
      <dgm:spPr/>
    </dgm:pt>
    <dgm:pt modelId="{ACF1D9A9-02EE-46B2-9E32-9FB3E350C8AA}" type="pres">
      <dgm:prSet presAssocID="{31FD795A-6E1D-4082-93CC-819D86F4DF52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01745C48-C8DF-451A-8C57-5B6865FD7A17}" type="pres">
      <dgm:prSet presAssocID="{31FD795A-6E1D-4082-93CC-819D86F4DF52}" presName="iconSpace" presStyleCnt="0"/>
      <dgm:spPr/>
    </dgm:pt>
    <dgm:pt modelId="{B57D0179-FB65-4F49-B854-01816FBC2717}" type="pres">
      <dgm:prSet presAssocID="{31FD795A-6E1D-4082-93CC-819D86F4DF52}" presName="parTx" presStyleLbl="revTx" presStyleIdx="8" presStyleCnt="12">
        <dgm:presLayoutVars>
          <dgm:chMax val="0"/>
          <dgm:chPref val="0"/>
        </dgm:presLayoutVars>
      </dgm:prSet>
      <dgm:spPr/>
    </dgm:pt>
    <dgm:pt modelId="{C24044E9-963F-4BA4-8188-C4BAC5557E15}" type="pres">
      <dgm:prSet presAssocID="{31FD795A-6E1D-4082-93CC-819D86F4DF52}" presName="txSpace" presStyleCnt="0"/>
      <dgm:spPr/>
    </dgm:pt>
    <dgm:pt modelId="{CC366314-6F71-427E-BB0E-4E27FA2687D9}" type="pres">
      <dgm:prSet presAssocID="{31FD795A-6E1D-4082-93CC-819D86F4DF52}" presName="desTx" presStyleLbl="revTx" presStyleIdx="9" presStyleCnt="12">
        <dgm:presLayoutVars/>
      </dgm:prSet>
      <dgm:spPr/>
    </dgm:pt>
    <dgm:pt modelId="{82F44F14-DF25-43D3-9EFF-F56B5E4242C0}" type="pres">
      <dgm:prSet presAssocID="{CF093315-4E23-4A5E-8FB3-063A8D8B6D88}" presName="sibTrans" presStyleCnt="0"/>
      <dgm:spPr/>
    </dgm:pt>
    <dgm:pt modelId="{0629B73F-EB5B-49C3-ABAE-91BFD734EBA1}" type="pres">
      <dgm:prSet presAssocID="{7C89FC65-BAF4-4F5E-B94B-630B544B5DC0}" presName="compNode" presStyleCnt="0"/>
      <dgm:spPr/>
    </dgm:pt>
    <dgm:pt modelId="{45E7A925-A905-4886-A63E-094492E841A2}" type="pres">
      <dgm:prSet presAssocID="{7C89FC65-BAF4-4F5E-B94B-630B544B5DC0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19ACF445-EC54-43FC-823F-085C8ECA9411}" type="pres">
      <dgm:prSet presAssocID="{7C89FC65-BAF4-4F5E-B94B-630B544B5DC0}" presName="iconSpace" presStyleCnt="0"/>
      <dgm:spPr/>
    </dgm:pt>
    <dgm:pt modelId="{DFAF6B26-D2A9-47F5-B299-1350A136E5D0}" type="pres">
      <dgm:prSet presAssocID="{7C89FC65-BAF4-4F5E-B94B-630B544B5DC0}" presName="parTx" presStyleLbl="revTx" presStyleIdx="10" presStyleCnt="12">
        <dgm:presLayoutVars>
          <dgm:chMax val="0"/>
          <dgm:chPref val="0"/>
        </dgm:presLayoutVars>
      </dgm:prSet>
      <dgm:spPr/>
    </dgm:pt>
    <dgm:pt modelId="{F68C07B6-AD5C-4E5B-8F5C-5FD777BD7227}" type="pres">
      <dgm:prSet presAssocID="{7C89FC65-BAF4-4F5E-B94B-630B544B5DC0}" presName="txSpace" presStyleCnt="0"/>
      <dgm:spPr/>
    </dgm:pt>
    <dgm:pt modelId="{B6803687-1835-41E9-98C0-005C8CF9CEC3}" type="pres">
      <dgm:prSet presAssocID="{7C89FC65-BAF4-4F5E-B94B-630B544B5DC0}" presName="desTx" presStyleLbl="revTx" presStyleIdx="11" presStyleCnt="12">
        <dgm:presLayoutVars/>
      </dgm:prSet>
      <dgm:spPr/>
    </dgm:pt>
  </dgm:ptLst>
  <dgm:cxnLst>
    <dgm:cxn modelId="{469F5300-8385-4A69-8652-427D3C27B091}" type="presOf" srcId="{1C85A7E0-F3F3-4137-8B8F-50AE9F562350}" destId="{8B4513A4-7775-4CCD-96F2-5B07433BD63B}" srcOrd="0" destOrd="0" presId="urn:microsoft.com/office/officeart/2018/5/layout/CenteredIconLabelDescriptionList"/>
    <dgm:cxn modelId="{B2C0A400-5471-45A9-A744-D7F576D56767}" type="presOf" srcId="{F0B4FACC-0CA3-43E8-AD83-A3D6AAD08106}" destId="{CC366314-6F71-427E-BB0E-4E27FA2687D9}" srcOrd="0" destOrd="1" presId="urn:microsoft.com/office/officeart/2018/5/layout/CenteredIconLabelDescriptionList"/>
    <dgm:cxn modelId="{3477BD11-3736-4243-91ED-5A17439CDA99}" srcId="{31FD795A-6E1D-4082-93CC-819D86F4DF52}" destId="{58E9D0FB-6253-4237-BA6C-6B575CD8D50D}" srcOrd="0" destOrd="0" parTransId="{626C8E49-BD70-407A-8FB9-E48FD3C63D2B}" sibTransId="{8E4BBF10-FCA8-4570-8B8E-FDFDDEAC968D}"/>
    <dgm:cxn modelId="{D64C8B15-31D0-4A95-BD77-A4230E9B9CDB}" type="presOf" srcId="{2740D161-A1ED-4985-A8C0-0711C3EC4DB3}" destId="{AA509114-1793-4755-9C31-87E558D676DD}" srcOrd="0" destOrd="2" presId="urn:microsoft.com/office/officeart/2018/5/layout/CenteredIconLabelDescriptionList"/>
    <dgm:cxn modelId="{55AF911C-FB3E-4217-B6DC-8CCFCEF61322}" srcId="{5C0A1A24-4700-4923-B383-1237CA281342}" destId="{2D20BD74-350C-4325-BB7B-826DDF024112}" srcOrd="2" destOrd="0" parTransId="{8B35697E-A0EE-4B4A-9B6D-C13DE4CFA780}" sibTransId="{BF867392-2C44-4DE4-BA37-C11B83C3113C}"/>
    <dgm:cxn modelId="{C070B623-5507-438E-9F21-5F3FC69C436B}" srcId="{5C0A1A24-4700-4923-B383-1237CA281342}" destId="{111D6669-66B1-4F09-B757-9742D883196D}" srcOrd="0" destOrd="0" parTransId="{939C9BFF-A78F-4FA0-8792-275370D4E706}" sibTransId="{2AF42258-E358-42E1-9FDB-9C2C9DB17FCA}"/>
    <dgm:cxn modelId="{63CB5E26-C692-46F4-A860-D0200052291D}" type="presOf" srcId="{5D67F823-EED3-4E3E-9E0A-BB32D9B1D63C}" destId="{3D039A2D-52C1-44A3-8593-65662C49F631}" srcOrd="0" destOrd="0" presId="urn:microsoft.com/office/officeart/2018/5/layout/CenteredIconLabelDescriptionList"/>
    <dgm:cxn modelId="{41575E27-3DDD-4053-95E3-783AAD2BA011}" type="presOf" srcId="{2DB975D5-8B94-4D2E-A98A-E5DF93824CA5}" destId="{B6803687-1835-41E9-98C0-005C8CF9CEC3}" srcOrd="0" destOrd="0" presId="urn:microsoft.com/office/officeart/2018/5/layout/CenteredIconLabelDescriptionList"/>
    <dgm:cxn modelId="{4FDBD128-EBBD-47FF-B51B-7E467BCBB278}" type="presOf" srcId="{629B96C1-DC7B-419C-9905-A2E49F73C363}" destId="{FAFE2266-871C-4883-8056-F6660B6FCEDD}" srcOrd="0" destOrd="2" presId="urn:microsoft.com/office/officeart/2018/5/layout/CenteredIconLabelDescriptionList"/>
    <dgm:cxn modelId="{CD59A62C-422B-4358-A802-11C3F072830F}" srcId="{7C89FC65-BAF4-4F5E-B94B-630B544B5DC0}" destId="{2055B74F-FA61-4E33-8EE2-08D5FC0D64F8}" srcOrd="2" destOrd="0" parTransId="{8236FFB0-7281-43D0-B7DA-25E3F42884D0}" sibTransId="{2C5234F6-66BF-47DC-A779-B53AB1EA097B}"/>
    <dgm:cxn modelId="{1155A736-577C-4DB3-9A77-2D040010D186}" srcId="{C255E43E-9B7F-40CC-9FA6-A981954A79DD}" destId="{629B96C1-DC7B-419C-9905-A2E49F73C363}" srcOrd="2" destOrd="0" parTransId="{B6369B07-477E-4947-B7F2-64369BC19B25}" sibTransId="{C2C2AA0D-0889-4A7C-8D7E-390C103B92CA}"/>
    <dgm:cxn modelId="{F2F9A239-D67D-48D9-A2BB-CAD13A3BCBF9}" srcId="{5D67F823-EED3-4E3E-9E0A-BB32D9B1D63C}" destId="{C255E43E-9B7F-40CC-9FA6-A981954A79DD}" srcOrd="1" destOrd="0" parTransId="{F6755ED3-6FD4-4588-B4E9-E984128D2963}" sibTransId="{EFE3539D-EF53-42D9-A187-212846653828}"/>
    <dgm:cxn modelId="{B6DD883F-02B4-4CA9-B6F2-983570406A1D}" srcId="{78558AE3-02F7-473A-B342-7A86459080ED}" destId="{2740D161-A1ED-4985-A8C0-0711C3EC4DB3}" srcOrd="2" destOrd="0" parTransId="{ED9A3D4B-7195-4C4A-9355-735B91C49C86}" sibTransId="{D1284496-D116-4100-A8A8-8FE799A0453D}"/>
    <dgm:cxn modelId="{AD5C055B-48D0-41E4-8965-C43904D7764E}" type="presOf" srcId="{66311D87-C7BB-47C6-BC17-5083EC2CEEEE}" destId="{476577D7-48C3-4429-AECF-824A2661C963}" srcOrd="0" destOrd="1" presId="urn:microsoft.com/office/officeart/2018/5/layout/CenteredIconLabelDescriptionList"/>
    <dgm:cxn modelId="{D52EB960-409D-44AE-B6CA-49D2FBF56D93}" srcId="{7C89FC65-BAF4-4F5E-B94B-630B544B5DC0}" destId="{00B22964-596D-4EBD-BFD0-60341BBE0CF1}" srcOrd="1" destOrd="0" parTransId="{49CBF09F-BB10-4B62-B122-6355C8309ABD}" sibTransId="{AA01AFFD-94A2-4804-9051-E7E8D3FD33F3}"/>
    <dgm:cxn modelId="{DC287B61-144E-40AC-A20D-BB59FE193F53}" type="presOf" srcId="{2D20BD74-350C-4325-BB7B-826DDF024112}" destId="{476577D7-48C3-4429-AECF-824A2661C963}" srcOrd="0" destOrd="2" presId="urn:microsoft.com/office/officeart/2018/5/layout/CenteredIconLabelDescriptionList"/>
    <dgm:cxn modelId="{DBD6A561-F8CE-416B-B6DA-41B4233B7482}" srcId="{78558AE3-02F7-473A-B342-7A86459080ED}" destId="{05E36F1C-057B-487B-862F-F5629C78A868}" srcOrd="1" destOrd="0" parTransId="{F713E353-FBE1-47F0-AB40-421EDA55FC82}" sibTransId="{EC7E3EBC-40CB-4F2B-AA86-0C353C0470FA}"/>
    <dgm:cxn modelId="{42ECD263-4457-48F5-BC7D-A9110AA9265F}" type="presOf" srcId="{6509C32F-D92A-46AC-AE50-444E7E83945D}" destId="{AA509114-1793-4755-9C31-87E558D676DD}" srcOrd="0" destOrd="0" presId="urn:microsoft.com/office/officeart/2018/5/layout/CenteredIconLabelDescriptionList"/>
    <dgm:cxn modelId="{81E68267-0079-48EB-BBF1-026C3FEE53DA}" type="presOf" srcId="{1E8A03D8-07CE-4569-80EA-64E56B08EC5B}" destId="{FAFE2266-871C-4883-8056-F6660B6FCEDD}" srcOrd="0" destOrd="1" presId="urn:microsoft.com/office/officeart/2018/5/layout/CenteredIconLabelDescriptionList"/>
    <dgm:cxn modelId="{22D1C96E-3883-4ACC-9E00-53D851665619}" srcId="{31FD795A-6E1D-4082-93CC-819D86F4DF52}" destId="{F0B4FACC-0CA3-43E8-AD83-A3D6AAD08106}" srcOrd="1" destOrd="0" parTransId="{06915B3A-EC8A-4FEB-8EE6-F2BB7A3ADB44}" sibTransId="{51B3B476-0115-45DD-9337-A6FBFBE076F2}"/>
    <dgm:cxn modelId="{F1017275-84BD-4A4C-A6AF-4E25C9928084}" type="presOf" srcId="{58E9D0FB-6253-4237-BA6C-6B575CD8D50D}" destId="{CC366314-6F71-427E-BB0E-4E27FA2687D9}" srcOrd="0" destOrd="0" presId="urn:microsoft.com/office/officeart/2018/5/layout/CenteredIconLabelDescriptionList"/>
    <dgm:cxn modelId="{5F9EF476-E7BC-4E46-A692-A28E87D3B8D4}" srcId="{5C0A1A24-4700-4923-B383-1237CA281342}" destId="{66311D87-C7BB-47C6-BC17-5083EC2CEEEE}" srcOrd="1" destOrd="0" parTransId="{FEA09392-0CB9-4AF6-A7D8-B5760C3BE7C2}" sibTransId="{38602160-447E-4674-8E97-A4CC97107E00}"/>
    <dgm:cxn modelId="{CA84B758-7A23-4D6B-A806-07F046F2F2E2}" type="presOf" srcId="{2272D91F-F6C0-4BD3-AE97-4308566D230F}" destId="{FAFE2266-871C-4883-8056-F6660B6FCEDD}" srcOrd="0" destOrd="0" presId="urn:microsoft.com/office/officeart/2018/5/layout/CenteredIconLabelDescriptionList"/>
    <dgm:cxn modelId="{D0CC5C7C-EE8E-4CE1-BB93-0C7F0129C590}" type="presOf" srcId="{0EA99AD7-38C5-40BB-AB7D-2E303012CB0C}" destId="{F493F7BF-B338-4375-8530-0E37F0E17BAC}" srcOrd="0" destOrd="0" presId="urn:microsoft.com/office/officeart/2018/5/layout/CenteredIconLabelDescriptionList"/>
    <dgm:cxn modelId="{21DC858E-894C-43DC-8E43-723627E08D8B}" srcId="{C255E43E-9B7F-40CC-9FA6-A981954A79DD}" destId="{2272D91F-F6C0-4BD3-AE97-4308566D230F}" srcOrd="0" destOrd="0" parTransId="{D900B43E-E595-4F90-8FBE-07945783ADC8}" sibTransId="{FF7C5220-9114-4751-895D-5FF89039AA9B}"/>
    <dgm:cxn modelId="{C2309A91-58A0-4038-AC64-55B44C21DA8C}" srcId="{5D67F823-EED3-4E3E-9E0A-BB32D9B1D63C}" destId="{0EA99AD7-38C5-40BB-AB7D-2E303012CB0C}" srcOrd="0" destOrd="0" parTransId="{D312A86B-0CC0-4048-B7CD-09AEBAFB3EC4}" sibTransId="{665D64E7-1D9E-4A4E-BA4E-CE96BD39C6FF}"/>
    <dgm:cxn modelId="{BA3F7D97-039C-484E-8DF0-75C3D78CB139}" type="presOf" srcId="{7C89FC65-BAF4-4F5E-B94B-630B544B5DC0}" destId="{DFAF6B26-D2A9-47F5-B299-1350A136E5D0}" srcOrd="0" destOrd="0" presId="urn:microsoft.com/office/officeart/2018/5/layout/CenteredIconLabelDescriptionList"/>
    <dgm:cxn modelId="{8AFBCA9F-B446-4D10-A444-1CD380C2CC8E}" type="presOf" srcId="{05E36F1C-057B-487B-862F-F5629C78A868}" destId="{AA509114-1793-4755-9C31-87E558D676DD}" srcOrd="0" destOrd="1" presId="urn:microsoft.com/office/officeart/2018/5/layout/CenteredIconLabelDescriptionList"/>
    <dgm:cxn modelId="{85163FA4-9894-455B-8D55-65A80D717379}" srcId="{5D67F823-EED3-4E3E-9E0A-BB32D9B1D63C}" destId="{78558AE3-02F7-473A-B342-7A86459080ED}" srcOrd="2" destOrd="0" parTransId="{9C18F27A-8E33-4CB1-A989-C7CE9E5C7744}" sibTransId="{69111365-977C-485F-BFB8-9D676A8BB72A}"/>
    <dgm:cxn modelId="{0E0092A8-9104-4075-8876-7010CE8E196F}" srcId="{78558AE3-02F7-473A-B342-7A86459080ED}" destId="{6509C32F-D92A-46AC-AE50-444E7E83945D}" srcOrd="0" destOrd="0" parTransId="{B39D3146-2519-40B7-ABE2-2E8441BCD5EB}" sibTransId="{75581A11-458A-4BEE-9AAF-30243D6FF040}"/>
    <dgm:cxn modelId="{153D6FB1-3C26-44D4-BA11-5B591E3B5428}" srcId="{7C89FC65-BAF4-4F5E-B94B-630B544B5DC0}" destId="{2DB975D5-8B94-4D2E-A98A-E5DF93824CA5}" srcOrd="0" destOrd="0" parTransId="{3D0BBE09-2F8C-480C-B3D2-2C15654DF189}" sibTransId="{AD96F1E4-0EBE-432F-9273-693D528695FF}"/>
    <dgm:cxn modelId="{87E19DB3-6106-48BD-88DD-753F384142CB}" srcId="{0EA99AD7-38C5-40BB-AB7D-2E303012CB0C}" destId="{1C85A7E0-F3F3-4137-8B8F-50AE9F562350}" srcOrd="0" destOrd="0" parTransId="{46034648-C0DF-4B4F-8A58-69EC223DD922}" sibTransId="{BBA374AA-CC61-4719-970C-2642425E407C}"/>
    <dgm:cxn modelId="{F72CA3B3-ADB1-4081-B96E-BCD89597C219}" srcId="{C255E43E-9B7F-40CC-9FA6-A981954A79DD}" destId="{1E8A03D8-07CE-4569-80EA-64E56B08EC5B}" srcOrd="1" destOrd="0" parTransId="{AD6BFC0B-A4D5-4D1B-AD2F-C23A5AF586B1}" sibTransId="{0CE630FD-CC11-4BA3-8D06-F6BBA18AEB72}"/>
    <dgm:cxn modelId="{75B943BA-0174-41EE-A5D9-55D77A76D945}" type="presOf" srcId="{AA116D3A-CE1A-474E-B923-921264A869A3}" destId="{8B4513A4-7775-4CCD-96F2-5B07433BD63B}" srcOrd="0" destOrd="1" presId="urn:microsoft.com/office/officeart/2018/5/layout/CenteredIconLabelDescriptionList"/>
    <dgm:cxn modelId="{8A15D4BB-03E4-448E-BB4B-5DFC69D461A1}" srcId="{5D67F823-EED3-4E3E-9E0A-BB32D9B1D63C}" destId="{31FD795A-6E1D-4082-93CC-819D86F4DF52}" srcOrd="4" destOrd="0" parTransId="{3E23871F-16C3-4CFF-93D3-A58B040F179A}" sibTransId="{CF093315-4E23-4A5E-8FB3-063A8D8B6D88}"/>
    <dgm:cxn modelId="{9DDD2CD7-EA65-4088-A673-ED47A616C95A}" srcId="{31FD795A-6E1D-4082-93CC-819D86F4DF52}" destId="{48E0F6C8-4FBC-4936-8056-3D778F0CA2D6}" srcOrd="2" destOrd="0" parTransId="{3178467B-C38C-4E98-83A0-6619C33FB0AD}" sibTransId="{C1CB7133-8540-47CA-9A66-D617B0A09230}"/>
    <dgm:cxn modelId="{F8C6F4DA-DC1D-4B02-985F-6A5ADBC01385}" type="presOf" srcId="{48E0F6C8-4FBC-4936-8056-3D778F0CA2D6}" destId="{CC366314-6F71-427E-BB0E-4E27FA2687D9}" srcOrd="0" destOrd="2" presId="urn:microsoft.com/office/officeart/2018/5/layout/CenteredIconLabelDescriptionList"/>
    <dgm:cxn modelId="{752C33E0-2238-4F2D-A4D3-9EA6484AF80C}" type="presOf" srcId="{C255E43E-9B7F-40CC-9FA6-A981954A79DD}" destId="{23B358D5-0872-441F-AF94-1A8EAC4B9D1B}" srcOrd="0" destOrd="0" presId="urn:microsoft.com/office/officeart/2018/5/layout/CenteredIconLabelDescriptionList"/>
    <dgm:cxn modelId="{C12CF5E6-0AA4-46C6-8D0D-810EA17FDEDA}" type="presOf" srcId="{00B22964-596D-4EBD-BFD0-60341BBE0CF1}" destId="{B6803687-1835-41E9-98C0-005C8CF9CEC3}" srcOrd="0" destOrd="1" presId="urn:microsoft.com/office/officeart/2018/5/layout/CenteredIconLabelDescriptionList"/>
    <dgm:cxn modelId="{3F86BAEB-AEE9-4781-890A-DE85EDCD9849}" srcId="{0EA99AD7-38C5-40BB-AB7D-2E303012CB0C}" destId="{AA116D3A-CE1A-474E-B923-921264A869A3}" srcOrd="1" destOrd="0" parTransId="{5147AC0E-253E-4B4C-893A-6F597598D459}" sibTransId="{6C5FD6FD-8CFF-456E-A18B-43D9644CAFFC}"/>
    <dgm:cxn modelId="{F14D40F2-7966-4E3E-92F4-BA599259B70B}" type="presOf" srcId="{78558AE3-02F7-473A-B342-7A86459080ED}" destId="{008C859F-D00F-4355-A723-E31387459C3B}" srcOrd="0" destOrd="0" presId="urn:microsoft.com/office/officeart/2018/5/layout/CenteredIconLabelDescriptionList"/>
    <dgm:cxn modelId="{FFE9F3F3-5BE3-4B12-BE77-D452E0FB71AF}" type="presOf" srcId="{31FD795A-6E1D-4082-93CC-819D86F4DF52}" destId="{B57D0179-FB65-4F49-B854-01816FBC2717}" srcOrd="0" destOrd="0" presId="urn:microsoft.com/office/officeart/2018/5/layout/CenteredIconLabelDescriptionList"/>
    <dgm:cxn modelId="{91AD2FF5-B7CB-4B09-8A11-6B008CE6AD17}" srcId="{5D67F823-EED3-4E3E-9E0A-BB32D9B1D63C}" destId="{7C89FC65-BAF4-4F5E-B94B-630B544B5DC0}" srcOrd="5" destOrd="0" parTransId="{C90011CD-88D1-4E6F-938C-96459F614B78}" sibTransId="{E2C2BB0C-D8E9-487F-ADBD-793CFC5DECA2}"/>
    <dgm:cxn modelId="{B0E7DFF8-3012-452B-BD4A-E22B1BFD5E71}" type="presOf" srcId="{2055B74F-FA61-4E33-8EE2-08D5FC0D64F8}" destId="{B6803687-1835-41E9-98C0-005C8CF9CEC3}" srcOrd="0" destOrd="2" presId="urn:microsoft.com/office/officeart/2018/5/layout/CenteredIconLabelDescriptionList"/>
    <dgm:cxn modelId="{D5319CF9-A2DC-4AB6-A818-479D7EDB9CF4}" srcId="{5D67F823-EED3-4E3E-9E0A-BB32D9B1D63C}" destId="{5C0A1A24-4700-4923-B383-1237CA281342}" srcOrd="3" destOrd="0" parTransId="{A50E7982-02AD-4185-A9D8-97D3E67022F9}" sibTransId="{87A02D1D-9258-42E4-991A-5DAA56CAD160}"/>
    <dgm:cxn modelId="{7FDF69FB-2FCB-4341-8DE6-12D5057398B9}" type="presOf" srcId="{5C0A1A24-4700-4923-B383-1237CA281342}" destId="{BAFED05D-385F-4E16-981A-452ECEE83843}" srcOrd="0" destOrd="0" presId="urn:microsoft.com/office/officeart/2018/5/layout/CenteredIconLabelDescriptionList"/>
    <dgm:cxn modelId="{145823FD-5EC4-422A-8D09-8FBB590060D9}" type="presOf" srcId="{111D6669-66B1-4F09-B757-9742D883196D}" destId="{476577D7-48C3-4429-AECF-824A2661C963}" srcOrd="0" destOrd="0" presId="urn:microsoft.com/office/officeart/2018/5/layout/CenteredIconLabelDescriptionList"/>
    <dgm:cxn modelId="{FC827293-6888-4ABC-B77A-F68385A8B0C3}" type="presParOf" srcId="{3D039A2D-52C1-44A3-8593-65662C49F631}" destId="{E5176EFA-1F7B-4134-A60C-CF23AC6E8279}" srcOrd="0" destOrd="0" presId="urn:microsoft.com/office/officeart/2018/5/layout/CenteredIconLabelDescriptionList"/>
    <dgm:cxn modelId="{F776CF35-EEFE-42BC-B22C-7CAC977F16C3}" type="presParOf" srcId="{E5176EFA-1F7B-4134-A60C-CF23AC6E8279}" destId="{83A76C60-CF35-40AB-9CE8-94F8739E3FBB}" srcOrd="0" destOrd="0" presId="urn:microsoft.com/office/officeart/2018/5/layout/CenteredIconLabelDescriptionList"/>
    <dgm:cxn modelId="{2700176B-BB89-40AE-8927-5582A9DB0C03}" type="presParOf" srcId="{E5176EFA-1F7B-4134-A60C-CF23AC6E8279}" destId="{62ACA5A0-76A7-498D-A5C6-D35B75207B14}" srcOrd="1" destOrd="0" presId="urn:microsoft.com/office/officeart/2018/5/layout/CenteredIconLabelDescriptionList"/>
    <dgm:cxn modelId="{E98B8065-553C-4621-92F8-1056F4A355AF}" type="presParOf" srcId="{E5176EFA-1F7B-4134-A60C-CF23AC6E8279}" destId="{F493F7BF-B338-4375-8530-0E37F0E17BAC}" srcOrd="2" destOrd="0" presId="urn:microsoft.com/office/officeart/2018/5/layout/CenteredIconLabelDescriptionList"/>
    <dgm:cxn modelId="{EB3FD85B-5B47-42BF-921F-67B9B03D541C}" type="presParOf" srcId="{E5176EFA-1F7B-4134-A60C-CF23AC6E8279}" destId="{E77D41E4-2F4D-44F7-A49F-FEFF96F5301D}" srcOrd="3" destOrd="0" presId="urn:microsoft.com/office/officeart/2018/5/layout/CenteredIconLabelDescriptionList"/>
    <dgm:cxn modelId="{AC0019C2-28DC-4BB0-9031-99D1648EDF15}" type="presParOf" srcId="{E5176EFA-1F7B-4134-A60C-CF23AC6E8279}" destId="{8B4513A4-7775-4CCD-96F2-5B07433BD63B}" srcOrd="4" destOrd="0" presId="urn:microsoft.com/office/officeart/2018/5/layout/CenteredIconLabelDescriptionList"/>
    <dgm:cxn modelId="{2622C80B-4FEB-417C-905A-A718A1BB80B9}" type="presParOf" srcId="{3D039A2D-52C1-44A3-8593-65662C49F631}" destId="{83F42D29-65B9-418C-9D50-2B01C30C0A05}" srcOrd="1" destOrd="0" presId="urn:microsoft.com/office/officeart/2018/5/layout/CenteredIconLabelDescriptionList"/>
    <dgm:cxn modelId="{0C5C0096-2486-4FA3-8BC6-0AA2F3D1E25E}" type="presParOf" srcId="{3D039A2D-52C1-44A3-8593-65662C49F631}" destId="{A79CDD69-588B-43A7-B441-586AC4C779A8}" srcOrd="2" destOrd="0" presId="urn:microsoft.com/office/officeart/2018/5/layout/CenteredIconLabelDescriptionList"/>
    <dgm:cxn modelId="{78D373C0-7EF7-4DB6-A1E7-A095E2F4C180}" type="presParOf" srcId="{A79CDD69-588B-43A7-B441-586AC4C779A8}" destId="{5743FE4F-3826-419C-B57A-BAF5C01E9B1A}" srcOrd="0" destOrd="0" presId="urn:microsoft.com/office/officeart/2018/5/layout/CenteredIconLabelDescriptionList"/>
    <dgm:cxn modelId="{8CD71773-ECDA-4549-B438-C6936AC4358B}" type="presParOf" srcId="{A79CDD69-588B-43A7-B441-586AC4C779A8}" destId="{E760EEB8-9A86-460D-A094-7381DDD6FCBA}" srcOrd="1" destOrd="0" presId="urn:microsoft.com/office/officeart/2018/5/layout/CenteredIconLabelDescriptionList"/>
    <dgm:cxn modelId="{7852D04F-1E66-4AE7-A0CE-1412F6AAECAC}" type="presParOf" srcId="{A79CDD69-588B-43A7-B441-586AC4C779A8}" destId="{23B358D5-0872-441F-AF94-1A8EAC4B9D1B}" srcOrd="2" destOrd="0" presId="urn:microsoft.com/office/officeart/2018/5/layout/CenteredIconLabelDescriptionList"/>
    <dgm:cxn modelId="{9F8A40A9-6710-490B-8A76-B235A4C26471}" type="presParOf" srcId="{A79CDD69-588B-43A7-B441-586AC4C779A8}" destId="{EBBE63C6-90E7-40B7-8A64-41028A86A008}" srcOrd="3" destOrd="0" presId="urn:microsoft.com/office/officeart/2018/5/layout/CenteredIconLabelDescriptionList"/>
    <dgm:cxn modelId="{70E171CC-D4E8-4AFE-95D2-867E83CBAA0A}" type="presParOf" srcId="{A79CDD69-588B-43A7-B441-586AC4C779A8}" destId="{FAFE2266-871C-4883-8056-F6660B6FCEDD}" srcOrd="4" destOrd="0" presId="urn:microsoft.com/office/officeart/2018/5/layout/CenteredIconLabelDescriptionList"/>
    <dgm:cxn modelId="{E3FA6D27-32E9-4EFB-8A72-71CED04FC519}" type="presParOf" srcId="{3D039A2D-52C1-44A3-8593-65662C49F631}" destId="{F3C4836D-F93A-4C93-8E4D-C12B39E8FC75}" srcOrd="3" destOrd="0" presId="urn:microsoft.com/office/officeart/2018/5/layout/CenteredIconLabelDescriptionList"/>
    <dgm:cxn modelId="{DC5DF165-BFE7-4261-831C-EBC209B926F4}" type="presParOf" srcId="{3D039A2D-52C1-44A3-8593-65662C49F631}" destId="{759750E9-4B70-41A2-9711-4AAA09E76ED1}" srcOrd="4" destOrd="0" presId="urn:microsoft.com/office/officeart/2018/5/layout/CenteredIconLabelDescriptionList"/>
    <dgm:cxn modelId="{E370E386-B350-4494-AC1A-19CD84AF4939}" type="presParOf" srcId="{759750E9-4B70-41A2-9711-4AAA09E76ED1}" destId="{60E91F3D-AAA6-4FFD-84A8-2DF649262838}" srcOrd="0" destOrd="0" presId="urn:microsoft.com/office/officeart/2018/5/layout/CenteredIconLabelDescriptionList"/>
    <dgm:cxn modelId="{22BC100F-E65A-426C-984F-EA04D9168F58}" type="presParOf" srcId="{759750E9-4B70-41A2-9711-4AAA09E76ED1}" destId="{DC0CF60C-985D-43F6-8F97-9EBDAFE72987}" srcOrd="1" destOrd="0" presId="urn:microsoft.com/office/officeart/2018/5/layout/CenteredIconLabelDescriptionList"/>
    <dgm:cxn modelId="{21520C69-266B-4BE7-8F5E-01BDD1C893E8}" type="presParOf" srcId="{759750E9-4B70-41A2-9711-4AAA09E76ED1}" destId="{008C859F-D00F-4355-A723-E31387459C3B}" srcOrd="2" destOrd="0" presId="urn:microsoft.com/office/officeart/2018/5/layout/CenteredIconLabelDescriptionList"/>
    <dgm:cxn modelId="{FD52CD48-6FA5-4362-9796-E93F0F1C119C}" type="presParOf" srcId="{759750E9-4B70-41A2-9711-4AAA09E76ED1}" destId="{594C4652-3624-45A8-8F20-DC3F272FEC16}" srcOrd="3" destOrd="0" presId="urn:microsoft.com/office/officeart/2018/5/layout/CenteredIconLabelDescriptionList"/>
    <dgm:cxn modelId="{B678F77E-3511-44D9-BACF-86DC67904CC5}" type="presParOf" srcId="{759750E9-4B70-41A2-9711-4AAA09E76ED1}" destId="{AA509114-1793-4755-9C31-87E558D676DD}" srcOrd="4" destOrd="0" presId="urn:microsoft.com/office/officeart/2018/5/layout/CenteredIconLabelDescriptionList"/>
    <dgm:cxn modelId="{8130ACEF-2FC3-4957-B2CC-72F0108E3BB1}" type="presParOf" srcId="{3D039A2D-52C1-44A3-8593-65662C49F631}" destId="{FBFBE943-B16E-40B9-A2A1-0D8D586B5900}" srcOrd="5" destOrd="0" presId="urn:microsoft.com/office/officeart/2018/5/layout/CenteredIconLabelDescriptionList"/>
    <dgm:cxn modelId="{A638824D-9166-4C7F-BF46-C75139F3C39C}" type="presParOf" srcId="{3D039A2D-52C1-44A3-8593-65662C49F631}" destId="{0D89D084-C7B0-481D-9BEF-4E05C7A63789}" srcOrd="6" destOrd="0" presId="urn:microsoft.com/office/officeart/2018/5/layout/CenteredIconLabelDescriptionList"/>
    <dgm:cxn modelId="{B50F9EBC-1D1A-46C9-9AA0-23FAB8F1E732}" type="presParOf" srcId="{0D89D084-C7B0-481D-9BEF-4E05C7A63789}" destId="{67DBA26F-95C2-41D9-89E9-44BAC2D6D815}" srcOrd="0" destOrd="0" presId="urn:microsoft.com/office/officeart/2018/5/layout/CenteredIconLabelDescriptionList"/>
    <dgm:cxn modelId="{0A93BB58-EEA3-4B09-B7D1-2C4AA2E7F330}" type="presParOf" srcId="{0D89D084-C7B0-481D-9BEF-4E05C7A63789}" destId="{1725E010-075C-4FF6-8125-268D547598E1}" srcOrd="1" destOrd="0" presId="urn:microsoft.com/office/officeart/2018/5/layout/CenteredIconLabelDescriptionList"/>
    <dgm:cxn modelId="{589DACF9-A1F8-49BF-BCE2-E8EF9D002F62}" type="presParOf" srcId="{0D89D084-C7B0-481D-9BEF-4E05C7A63789}" destId="{BAFED05D-385F-4E16-981A-452ECEE83843}" srcOrd="2" destOrd="0" presId="urn:microsoft.com/office/officeart/2018/5/layout/CenteredIconLabelDescriptionList"/>
    <dgm:cxn modelId="{9E945B04-1954-446F-A6B3-342F516B5AFF}" type="presParOf" srcId="{0D89D084-C7B0-481D-9BEF-4E05C7A63789}" destId="{4A931DA1-E019-4B25-906D-FE2D392355E1}" srcOrd="3" destOrd="0" presId="urn:microsoft.com/office/officeart/2018/5/layout/CenteredIconLabelDescriptionList"/>
    <dgm:cxn modelId="{609CD78E-8D1A-4FB5-BF5B-6D0C9B2450F6}" type="presParOf" srcId="{0D89D084-C7B0-481D-9BEF-4E05C7A63789}" destId="{476577D7-48C3-4429-AECF-824A2661C963}" srcOrd="4" destOrd="0" presId="urn:microsoft.com/office/officeart/2018/5/layout/CenteredIconLabelDescriptionList"/>
    <dgm:cxn modelId="{B5336F30-9A99-471B-9E5B-BCF85F3E6E48}" type="presParOf" srcId="{3D039A2D-52C1-44A3-8593-65662C49F631}" destId="{8C77E21A-0C7C-4281-93A5-EB174CDBE8B5}" srcOrd="7" destOrd="0" presId="urn:microsoft.com/office/officeart/2018/5/layout/CenteredIconLabelDescriptionList"/>
    <dgm:cxn modelId="{9CA8C1A6-82B2-41DA-9869-E5DBA057DA36}" type="presParOf" srcId="{3D039A2D-52C1-44A3-8593-65662C49F631}" destId="{A15F70A8-8C4D-4464-9DB5-F64B6834B525}" srcOrd="8" destOrd="0" presId="urn:microsoft.com/office/officeart/2018/5/layout/CenteredIconLabelDescriptionList"/>
    <dgm:cxn modelId="{7D660E3A-CBF6-4E00-B622-C5840B47F05D}" type="presParOf" srcId="{A15F70A8-8C4D-4464-9DB5-F64B6834B525}" destId="{ACF1D9A9-02EE-46B2-9E32-9FB3E350C8AA}" srcOrd="0" destOrd="0" presId="urn:microsoft.com/office/officeart/2018/5/layout/CenteredIconLabelDescriptionList"/>
    <dgm:cxn modelId="{A05F2650-ED57-4BEE-AF55-CD41A33A956C}" type="presParOf" srcId="{A15F70A8-8C4D-4464-9DB5-F64B6834B525}" destId="{01745C48-C8DF-451A-8C57-5B6865FD7A17}" srcOrd="1" destOrd="0" presId="urn:microsoft.com/office/officeart/2018/5/layout/CenteredIconLabelDescriptionList"/>
    <dgm:cxn modelId="{C917EAAB-C74E-47E4-B789-F8F4EF6B690C}" type="presParOf" srcId="{A15F70A8-8C4D-4464-9DB5-F64B6834B525}" destId="{B57D0179-FB65-4F49-B854-01816FBC2717}" srcOrd="2" destOrd="0" presId="urn:microsoft.com/office/officeart/2018/5/layout/CenteredIconLabelDescriptionList"/>
    <dgm:cxn modelId="{3E7FC19F-2CE9-4F5B-AE52-A0F7DA226CE5}" type="presParOf" srcId="{A15F70A8-8C4D-4464-9DB5-F64B6834B525}" destId="{C24044E9-963F-4BA4-8188-C4BAC5557E15}" srcOrd="3" destOrd="0" presId="urn:microsoft.com/office/officeart/2018/5/layout/CenteredIconLabelDescriptionList"/>
    <dgm:cxn modelId="{D863BD2D-7560-438A-8669-C8EC6097511A}" type="presParOf" srcId="{A15F70A8-8C4D-4464-9DB5-F64B6834B525}" destId="{CC366314-6F71-427E-BB0E-4E27FA2687D9}" srcOrd="4" destOrd="0" presId="urn:microsoft.com/office/officeart/2018/5/layout/CenteredIconLabelDescriptionList"/>
    <dgm:cxn modelId="{B7D8080F-2662-4AFF-9A0A-252A4CDDE79E}" type="presParOf" srcId="{3D039A2D-52C1-44A3-8593-65662C49F631}" destId="{82F44F14-DF25-43D3-9EFF-F56B5E4242C0}" srcOrd="9" destOrd="0" presId="urn:microsoft.com/office/officeart/2018/5/layout/CenteredIconLabelDescriptionList"/>
    <dgm:cxn modelId="{23A000B2-62CA-4F6C-95AD-DCF5A56D0A8C}" type="presParOf" srcId="{3D039A2D-52C1-44A3-8593-65662C49F631}" destId="{0629B73F-EB5B-49C3-ABAE-91BFD734EBA1}" srcOrd="10" destOrd="0" presId="urn:microsoft.com/office/officeart/2018/5/layout/CenteredIconLabelDescriptionList"/>
    <dgm:cxn modelId="{71EBE118-2C06-44B0-8642-7437A6A3C701}" type="presParOf" srcId="{0629B73F-EB5B-49C3-ABAE-91BFD734EBA1}" destId="{45E7A925-A905-4886-A63E-094492E841A2}" srcOrd="0" destOrd="0" presId="urn:microsoft.com/office/officeart/2018/5/layout/CenteredIconLabelDescriptionList"/>
    <dgm:cxn modelId="{5BE494BB-054C-4584-B445-DA3985E0298F}" type="presParOf" srcId="{0629B73F-EB5B-49C3-ABAE-91BFD734EBA1}" destId="{19ACF445-EC54-43FC-823F-085C8ECA9411}" srcOrd="1" destOrd="0" presId="urn:microsoft.com/office/officeart/2018/5/layout/CenteredIconLabelDescriptionList"/>
    <dgm:cxn modelId="{9E5497E6-1A8A-40D0-A318-AA9CF8C8B810}" type="presParOf" srcId="{0629B73F-EB5B-49C3-ABAE-91BFD734EBA1}" destId="{DFAF6B26-D2A9-47F5-B299-1350A136E5D0}" srcOrd="2" destOrd="0" presId="urn:microsoft.com/office/officeart/2018/5/layout/CenteredIconLabelDescriptionList"/>
    <dgm:cxn modelId="{A16F7025-0FB9-423F-8005-8741DF149DBD}" type="presParOf" srcId="{0629B73F-EB5B-49C3-ABAE-91BFD734EBA1}" destId="{F68C07B6-AD5C-4E5B-8F5C-5FD777BD7227}" srcOrd="3" destOrd="0" presId="urn:microsoft.com/office/officeart/2018/5/layout/CenteredIconLabelDescriptionList"/>
    <dgm:cxn modelId="{79728849-6855-4BC6-8ECB-96C8B194F27D}" type="presParOf" srcId="{0629B73F-EB5B-49C3-ABAE-91BFD734EBA1}" destId="{B6803687-1835-41E9-98C0-005C8CF9CEC3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40253D8-FA2C-49AF-B6DD-767D78575315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C385775B-5BAC-4EE5-A238-4CED6A09E04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0" dirty="0">
              <a:solidFill>
                <a:srgbClr val="444444"/>
              </a:solidFill>
              <a:latin typeface="Calibri"/>
              <a:cs typeface="Calibri"/>
            </a:rPr>
            <a:t>Categories</a:t>
          </a:r>
          <a:r>
            <a:rPr lang="en-US" dirty="0">
              <a:solidFill>
                <a:srgbClr val="444444"/>
              </a:solidFill>
              <a:latin typeface="Calibri"/>
              <a:cs typeface="Calibri"/>
            </a:rPr>
            <a:t>:</a:t>
          </a:r>
          <a:endParaRPr lang="en-US" b="0" dirty="0">
            <a:solidFill>
              <a:srgbClr val="444444"/>
            </a:solidFill>
            <a:latin typeface="Calibri"/>
            <a:cs typeface="Calibri"/>
          </a:endParaRPr>
        </a:p>
      </dgm:t>
    </dgm:pt>
    <dgm:pt modelId="{B06B9A7F-0C38-4A40-AB21-B62CDE40A8FD}" type="parTrans" cxnId="{6D8FDF7A-6F88-4B95-ADFC-50821FD94DEF}">
      <dgm:prSet/>
      <dgm:spPr/>
      <dgm:t>
        <a:bodyPr/>
        <a:lstStyle/>
        <a:p>
          <a:endParaRPr lang="en-US"/>
        </a:p>
      </dgm:t>
    </dgm:pt>
    <dgm:pt modelId="{B92E8DD8-048D-45E3-96C1-6D082AE2E89C}" type="sibTrans" cxnId="{6D8FDF7A-6F88-4B95-ADFC-50821FD94DEF}">
      <dgm:prSet/>
      <dgm:spPr/>
      <dgm:t>
        <a:bodyPr/>
        <a:lstStyle/>
        <a:p>
          <a:endParaRPr lang="en-US"/>
        </a:p>
      </dgm:t>
    </dgm:pt>
    <dgm:pt modelId="{A96C4691-47AA-42EE-8571-2A6D2258B76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rgbClr val="444444"/>
              </a:solidFill>
              <a:latin typeface="Calibri"/>
              <a:cs typeface="Calibri"/>
            </a:rPr>
            <a:t>Defines and exports sets of categories and associated colors for income and expenses.</a:t>
          </a:r>
        </a:p>
      </dgm:t>
    </dgm:pt>
    <dgm:pt modelId="{6B15EA65-F932-4E02-96FF-96FCCC2C16AB}" type="parTrans" cxnId="{71C916B8-C936-4FE7-8739-E9649C4ED790}">
      <dgm:prSet/>
      <dgm:spPr/>
      <dgm:t>
        <a:bodyPr/>
        <a:lstStyle/>
        <a:p>
          <a:endParaRPr lang="en-US"/>
        </a:p>
      </dgm:t>
    </dgm:pt>
    <dgm:pt modelId="{1083C48A-0CE4-439D-8F78-EE9457DC528C}" type="sibTrans" cxnId="{71C916B8-C936-4FE7-8739-E9649C4ED790}">
      <dgm:prSet/>
      <dgm:spPr/>
      <dgm:t>
        <a:bodyPr/>
        <a:lstStyle/>
        <a:p>
          <a:endParaRPr lang="en-US"/>
        </a:p>
      </dgm:t>
    </dgm:pt>
    <dgm:pt modelId="{4DB1359C-9AE9-406C-B3F9-D271228046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rgbClr val="444444"/>
              </a:solidFill>
              <a:latin typeface="Calibri"/>
              <a:cs typeface="Calibri"/>
            </a:rPr>
            <a:t>Provides a function to reset amounts associated with these categories.</a:t>
          </a:r>
        </a:p>
      </dgm:t>
    </dgm:pt>
    <dgm:pt modelId="{3C94D22E-A65E-41C5-A39F-DEDCD694D6AE}" type="parTrans" cxnId="{56FD2130-A9E6-49E8-86D4-9B9DEB5E0FFD}">
      <dgm:prSet/>
      <dgm:spPr/>
      <dgm:t>
        <a:bodyPr/>
        <a:lstStyle/>
        <a:p>
          <a:endParaRPr lang="en-US"/>
        </a:p>
      </dgm:t>
    </dgm:pt>
    <dgm:pt modelId="{781EECFA-F4F8-4861-926E-A9C8D6E64987}" type="sibTrans" cxnId="{56FD2130-A9E6-49E8-86D4-9B9DEB5E0FFD}">
      <dgm:prSet/>
      <dgm:spPr/>
      <dgm:t>
        <a:bodyPr/>
        <a:lstStyle/>
        <a:p>
          <a:endParaRPr lang="en-US"/>
        </a:p>
      </dgm:t>
    </dgm:pt>
    <dgm:pt modelId="{E72CFB4D-D192-4608-99A9-F0025AF8FF1D}" type="pres">
      <dgm:prSet presAssocID="{640253D8-FA2C-49AF-B6DD-767D78575315}" presName="root" presStyleCnt="0">
        <dgm:presLayoutVars>
          <dgm:dir/>
          <dgm:resizeHandles val="exact"/>
        </dgm:presLayoutVars>
      </dgm:prSet>
      <dgm:spPr/>
    </dgm:pt>
    <dgm:pt modelId="{D3AADEEB-BAC9-4931-AF23-DDC8F504A34A}" type="pres">
      <dgm:prSet presAssocID="{C385775B-5BAC-4EE5-A238-4CED6A09E042}" presName="compNode" presStyleCnt="0"/>
      <dgm:spPr/>
    </dgm:pt>
    <dgm:pt modelId="{0DE88421-3E2F-4D89-BBE0-122FDA029037}" type="pres">
      <dgm:prSet presAssocID="{C385775B-5BAC-4EE5-A238-4CED6A09E042}" presName="iconRect" presStyleLbl="nod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D17B739C-738F-48C1-BED2-EA97B21C594D}" type="pres">
      <dgm:prSet presAssocID="{C385775B-5BAC-4EE5-A238-4CED6A09E042}" presName="iconSpace" presStyleCnt="0"/>
      <dgm:spPr/>
    </dgm:pt>
    <dgm:pt modelId="{8885541D-8337-4BA3-923F-033BAE6D7D95}" type="pres">
      <dgm:prSet presAssocID="{C385775B-5BAC-4EE5-A238-4CED6A09E042}" presName="parTx" presStyleLbl="revTx" presStyleIdx="0" presStyleCnt="2">
        <dgm:presLayoutVars>
          <dgm:chMax val="0"/>
          <dgm:chPref val="0"/>
        </dgm:presLayoutVars>
      </dgm:prSet>
      <dgm:spPr/>
    </dgm:pt>
    <dgm:pt modelId="{5C6D43EA-E06E-4172-B252-DF1BB4AB2CB5}" type="pres">
      <dgm:prSet presAssocID="{C385775B-5BAC-4EE5-A238-4CED6A09E042}" presName="txSpace" presStyleCnt="0"/>
      <dgm:spPr/>
    </dgm:pt>
    <dgm:pt modelId="{80EA6A51-A613-439A-92B5-F91A40DC8DF2}" type="pres">
      <dgm:prSet presAssocID="{C385775B-5BAC-4EE5-A238-4CED6A09E042}" presName="desTx" presStyleLbl="revTx" presStyleIdx="1" presStyleCnt="2">
        <dgm:presLayoutVars/>
      </dgm:prSet>
      <dgm:spPr/>
    </dgm:pt>
  </dgm:ptLst>
  <dgm:cxnLst>
    <dgm:cxn modelId="{A62E1216-7F77-463B-BDDA-C7046DD94490}" type="presOf" srcId="{C385775B-5BAC-4EE5-A238-4CED6A09E042}" destId="{8885541D-8337-4BA3-923F-033BAE6D7D95}" srcOrd="0" destOrd="0" presId="urn:microsoft.com/office/officeart/2018/5/layout/CenteredIconLabelDescriptionList"/>
    <dgm:cxn modelId="{36382E1E-7236-4A8F-A993-33275BE0A131}" type="presOf" srcId="{A96C4691-47AA-42EE-8571-2A6D2258B760}" destId="{80EA6A51-A613-439A-92B5-F91A40DC8DF2}" srcOrd="0" destOrd="0" presId="urn:microsoft.com/office/officeart/2018/5/layout/CenteredIconLabelDescriptionList"/>
    <dgm:cxn modelId="{80C1432B-358C-454D-A8A6-0EE2CBDE89ED}" type="presOf" srcId="{640253D8-FA2C-49AF-B6DD-767D78575315}" destId="{E72CFB4D-D192-4608-99A9-F0025AF8FF1D}" srcOrd="0" destOrd="0" presId="urn:microsoft.com/office/officeart/2018/5/layout/CenteredIconLabelDescriptionList"/>
    <dgm:cxn modelId="{56FD2130-A9E6-49E8-86D4-9B9DEB5E0FFD}" srcId="{C385775B-5BAC-4EE5-A238-4CED6A09E042}" destId="{4DB1359C-9AE9-406C-B3F9-D2712280466B}" srcOrd="1" destOrd="0" parTransId="{3C94D22E-A65E-41C5-A39F-DEDCD694D6AE}" sibTransId="{781EECFA-F4F8-4861-926E-A9C8D6E64987}"/>
    <dgm:cxn modelId="{6D8FDF7A-6F88-4B95-ADFC-50821FD94DEF}" srcId="{640253D8-FA2C-49AF-B6DD-767D78575315}" destId="{C385775B-5BAC-4EE5-A238-4CED6A09E042}" srcOrd="0" destOrd="0" parTransId="{B06B9A7F-0C38-4A40-AB21-B62CDE40A8FD}" sibTransId="{B92E8DD8-048D-45E3-96C1-6D082AE2E89C}"/>
    <dgm:cxn modelId="{2A9F18B3-FB19-425C-B0F3-E9C560D3313C}" type="presOf" srcId="{4DB1359C-9AE9-406C-B3F9-D2712280466B}" destId="{80EA6A51-A613-439A-92B5-F91A40DC8DF2}" srcOrd="0" destOrd="1" presId="urn:microsoft.com/office/officeart/2018/5/layout/CenteredIconLabelDescriptionList"/>
    <dgm:cxn modelId="{71C916B8-C936-4FE7-8739-E9649C4ED790}" srcId="{C385775B-5BAC-4EE5-A238-4CED6A09E042}" destId="{A96C4691-47AA-42EE-8571-2A6D2258B760}" srcOrd="0" destOrd="0" parTransId="{6B15EA65-F932-4E02-96FF-96FCCC2C16AB}" sibTransId="{1083C48A-0CE4-439D-8F78-EE9457DC528C}"/>
    <dgm:cxn modelId="{B5482D22-0139-419C-A353-B8E54215C5C6}" type="presParOf" srcId="{E72CFB4D-D192-4608-99A9-F0025AF8FF1D}" destId="{D3AADEEB-BAC9-4931-AF23-DDC8F504A34A}" srcOrd="0" destOrd="0" presId="urn:microsoft.com/office/officeart/2018/5/layout/CenteredIconLabelDescriptionList"/>
    <dgm:cxn modelId="{93480094-A077-44E9-A0AD-2E452506BDE1}" type="presParOf" srcId="{D3AADEEB-BAC9-4931-AF23-DDC8F504A34A}" destId="{0DE88421-3E2F-4D89-BBE0-122FDA029037}" srcOrd="0" destOrd="0" presId="urn:microsoft.com/office/officeart/2018/5/layout/CenteredIconLabelDescriptionList"/>
    <dgm:cxn modelId="{F92A249A-C8D8-4F3D-84A0-C088F84171A1}" type="presParOf" srcId="{D3AADEEB-BAC9-4931-AF23-DDC8F504A34A}" destId="{D17B739C-738F-48C1-BED2-EA97B21C594D}" srcOrd="1" destOrd="0" presId="urn:microsoft.com/office/officeart/2018/5/layout/CenteredIconLabelDescriptionList"/>
    <dgm:cxn modelId="{97098810-B9B2-403D-94B5-836B79637F50}" type="presParOf" srcId="{D3AADEEB-BAC9-4931-AF23-DDC8F504A34A}" destId="{8885541D-8337-4BA3-923F-033BAE6D7D95}" srcOrd="2" destOrd="0" presId="urn:microsoft.com/office/officeart/2018/5/layout/CenteredIconLabelDescriptionList"/>
    <dgm:cxn modelId="{0FDAFD15-37BC-4ECC-8C14-24D6D1B54EE1}" type="presParOf" srcId="{D3AADEEB-BAC9-4931-AF23-DDC8F504A34A}" destId="{5C6D43EA-E06E-4172-B252-DF1BB4AB2CB5}" srcOrd="3" destOrd="0" presId="urn:microsoft.com/office/officeart/2018/5/layout/CenteredIconLabelDescriptionList"/>
    <dgm:cxn modelId="{DA4EFF65-3FE5-460D-93AB-DCA4D2BD4B5E}" type="presParOf" srcId="{D3AADEEB-BAC9-4931-AF23-DDC8F504A34A}" destId="{80EA6A51-A613-439A-92B5-F91A40DC8DF2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40253D8-FA2C-49AF-B6DD-767D78575315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C385775B-5BAC-4EE5-A238-4CED6A09E042}">
      <dgm:prSet/>
      <dgm:spPr/>
      <dgm:t>
        <a:bodyPr/>
        <a:lstStyle/>
        <a:p>
          <a:pPr>
            <a:defRPr b="1"/>
          </a:pPr>
          <a:r>
            <a:rPr lang="en-US" b="1"/>
            <a:t>context:</a:t>
          </a:r>
          <a:endParaRPr lang="en-US"/>
        </a:p>
      </dgm:t>
    </dgm:pt>
    <dgm:pt modelId="{B06B9A7F-0C38-4A40-AB21-B62CDE40A8FD}" type="parTrans" cxnId="{6D8FDF7A-6F88-4B95-ADFC-50821FD94DEF}">
      <dgm:prSet/>
      <dgm:spPr/>
      <dgm:t>
        <a:bodyPr/>
        <a:lstStyle/>
        <a:p>
          <a:endParaRPr lang="en-US"/>
        </a:p>
      </dgm:t>
    </dgm:pt>
    <dgm:pt modelId="{B92E8DD8-048D-45E3-96C1-6D082AE2E89C}" type="sibTrans" cxnId="{6D8FDF7A-6F88-4B95-ADFC-50821FD94DEF}">
      <dgm:prSet/>
      <dgm:spPr/>
      <dgm:t>
        <a:bodyPr/>
        <a:lstStyle/>
        <a:p>
          <a:endParaRPr lang="en-US"/>
        </a:p>
      </dgm:t>
    </dgm:pt>
    <dgm:pt modelId="{A96C4691-47AA-42EE-8571-2A6D2258B760}">
      <dgm:prSet/>
      <dgm:spPr/>
      <dgm:t>
        <a:bodyPr/>
        <a:lstStyle/>
        <a:p>
          <a:r>
            <a:rPr lang="en-US"/>
            <a:t>Sets up context and state management for the expense tracker application.</a:t>
          </a:r>
        </a:p>
      </dgm:t>
    </dgm:pt>
    <dgm:pt modelId="{6B15EA65-F932-4E02-96FF-96FCCC2C16AB}" type="parTrans" cxnId="{71C916B8-C936-4FE7-8739-E9649C4ED790}">
      <dgm:prSet/>
      <dgm:spPr/>
      <dgm:t>
        <a:bodyPr/>
        <a:lstStyle/>
        <a:p>
          <a:endParaRPr lang="en-US"/>
        </a:p>
      </dgm:t>
    </dgm:pt>
    <dgm:pt modelId="{1083C48A-0CE4-439D-8F78-EE9457DC528C}" type="sibTrans" cxnId="{71C916B8-C936-4FE7-8739-E9649C4ED790}">
      <dgm:prSet/>
      <dgm:spPr/>
      <dgm:t>
        <a:bodyPr/>
        <a:lstStyle/>
        <a:p>
          <a:endParaRPr lang="en-US"/>
        </a:p>
      </dgm:t>
    </dgm:pt>
    <dgm:pt modelId="{DDA6D7EF-28C5-4516-AE2D-18E81DE0E48E}">
      <dgm:prSet/>
      <dgm:spPr/>
      <dgm:t>
        <a:bodyPr/>
        <a:lstStyle/>
        <a:p>
          <a:r>
            <a:rPr lang="en-US"/>
            <a:t>Uses React's useReducer and createContext features.</a:t>
          </a:r>
        </a:p>
      </dgm:t>
    </dgm:pt>
    <dgm:pt modelId="{FBB205B8-91D2-49CE-982A-A634177957D3}" type="parTrans" cxnId="{F84F286A-DF8C-4AB1-A826-D78C098C8133}">
      <dgm:prSet/>
      <dgm:spPr/>
      <dgm:t>
        <a:bodyPr/>
        <a:lstStyle/>
        <a:p>
          <a:endParaRPr lang="en-US"/>
        </a:p>
      </dgm:t>
    </dgm:pt>
    <dgm:pt modelId="{7841D722-2F84-4CA4-99DF-67442FC6D875}" type="sibTrans" cxnId="{F84F286A-DF8C-4AB1-A826-D78C098C8133}">
      <dgm:prSet/>
      <dgm:spPr/>
      <dgm:t>
        <a:bodyPr/>
        <a:lstStyle/>
        <a:p>
          <a:endParaRPr lang="en-US"/>
        </a:p>
      </dgm:t>
    </dgm:pt>
    <dgm:pt modelId="{018EC07D-C819-491C-A707-3A72881254A7}">
      <dgm:prSet/>
      <dgm:spPr/>
      <dgm:t>
        <a:bodyPr/>
        <a:lstStyle/>
        <a:p>
          <a:r>
            <a:rPr lang="en-US"/>
            <a:t>Defines initial state, </a:t>
          </a:r>
          <a:r>
            <a:rPr lang="en-US" b="0"/>
            <a:t>actions </a:t>
          </a:r>
          <a:r>
            <a:rPr lang="en-US"/>
            <a:t>for </a:t>
          </a:r>
          <a:r>
            <a:rPr lang="en-US" b="0"/>
            <a:t>managing transactions, </a:t>
          </a:r>
          <a:r>
            <a:rPr lang="en-US"/>
            <a:t>and </a:t>
          </a:r>
          <a:r>
            <a:rPr lang="en-US" b="0"/>
            <a:t>a </a:t>
          </a:r>
          <a:r>
            <a:rPr lang="en-US"/>
            <a:t>balance calculation function.</a:t>
          </a:r>
        </a:p>
      </dgm:t>
    </dgm:pt>
    <dgm:pt modelId="{A2362923-6C68-48F7-AC0F-17DD85124665}" type="parTrans" cxnId="{139EA92E-9F02-4CFC-83ED-D147C1E5C036}">
      <dgm:prSet/>
      <dgm:spPr/>
      <dgm:t>
        <a:bodyPr/>
        <a:lstStyle/>
        <a:p>
          <a:endParaRPr lang="en-US"/>
        </a:p>
      </dgm:t>
    </dgm:pt>
    <dgm:pt modelId="{6B4BDDFD-7FF9-427B-B30E-9A6F9F208E52}" type="sibTrans" cxnId="{139EA92E-9F02-4CFC-83ED-D147C1E5C036}">
      <dgm:prSet/>
      <dgm:spPr/>
      <dgm:t>
        <a:bodyPr/>
        <a:lstStyle/>
        <a:p>
          <a:endParaRPr lang="en-US"/>
        </a:p>
      </dgm:t>
    </dgm:pt>
    <dgm:pt modelId="{B9A9C5B6-8D93-490E-8E7C-447E555DD9BB}">
      <dgm:prSet/>
      <dgm:spPr/>
      <dgm:t>
        <a:bodyPr/>
        <a:lstStyle/>
        <a:p>
          <a:r>
            <a:rPr lang="en-US"/>
            <a:t>Provides the context to the application's component tree.</a:t>
          </a:r>
        </a:p>
      </dgm:t>
    </dgm:pt>
    <dgm:pt modelId="{FDE03FEE-2B89-4C75-AE52-41446E73AA9D}" type="parTrans" cxnId="{311399E9-8624-4EB4-91F8-8375224639ED}">
      <dgm:prSet/>
      <dgm:spPr/>
      <dgm:t>
        <a:bodyPr/>
        <a:lstStyle/>
        <a:p>
          <a:endParaRPr lang="en-US"/>
        </a:p>
      </dgm:t>
    </dgm:pt>
    <dgm:pt modelId="{ECD74331-83E3-47BD-9996-66CDE2B5FD9F}" type="sibTrans" cxnId="{311399E9-8624-4EB4-91F8-8375224639ED}">
      <dgm:prSet/>
      <dgm:spPr/>
      <dgm:t>
        <a:bodyPr/>
        <a:lstStyle/>
        <a:p>
          <a:endParaRPr lang="en-US"/>
        </a:p>
      </dgm:t>
    </dgm:pt>
    <dgm:pt modelId="{947948A3-9E4B-4FFA-A315-D679731960D8}">
      <dgm:prSet/>
      <dgm:spPr/>
      <dgm:t>
        <a:bodyPr/>
        <a:lstStyle/>
        <a:p>
          <a:pPr>
            <a:defRPr b="1"/>
          </a:pPr>
          <a:r>
            <a:rPr lang="en-US" b="1"/>
            <a:t>contextReducer:</a:t>
          </a:r>
          <a:endParaRPr lang="en-US"/>
        </a:p>
      </dgm:t>
    </dgm:pt>
    <dgm:pt modelId="{9DB80C08-B5D9-45B2-BB26-C065153E7920}" type="parTrans" cxnId="{D90D2090-D72E-4DE2-9E4B-1A81B3AD16E6}">
      <dgm:prSet/>
      <dgm:spPr/>
      <dgm:t>
        <a:bodyPr/>
        <a:lstStyle/>
        <a:p>
          <a:endParaRPr lang="en-US"/>
        </a:p>
      </dgm:t>
    </dgm:pt>
    <dgm:pt modelId="{14E6CBCB-DC27-4A66-A6B4-3D7B70BA7E5E}" type="sibTrans" cxnId="{D90D2090-D72E-4DE2-9E4B-1A81B3AD16E6}">
      <dgm:prSet/>
      <dgm:spPr/>
      <dgm:t>
        <a:bodyPr/>
        <a:lstStyle/>
        <a:p>
          <a:endParaRPr lang="en-US"/>
        </a:p>
      </dgm:t>
    </dgm:pt>
    <dgm:pt modelId="{9A52E42D-5AE9-4060-81D3-77F6DCC4CD48}">
      <dgm:prSet/>
      <dgm:spPr/>
      <dgm:t>
        <a:bodyPr/>
        <a:lstStyle/>
        <a:p>
          <a:r>
            <a:rPr lang="en-US"/>
            <a:t>Defines a </a:t>
          </a:r>
          <a:r>
            <a:rPr lang="en-US" err="1"/>
            <a:t>contextReducer</a:t>
          </a:r>
          <a:r>
            <a:rPr lang="en-US"/>
            <a:t> function for managing state changes related to financial transactions.</a:t>
          </a:r>
        </a:p>
      </dgm:t>
    </dgm:pt>
    <dgm:pt modelId="{07ECC648-29D4-4902-8081-92737EEFA19D}" type="parTrans" cxnId="{8AE43AC1-B48F-4B7B-A673-849FCDF43241}">
      <dgm:prSet/>
      <dgm:spPr/>
      <dgm:t>
        <a:bodyPr/>
        <a:lstStyle/>
        <a:p>
          <a:endParaRPr lang="en-US"/>
        </a:p>
      </dgm:t>
    </dgm:pt>
    <dgm:pt modelId="{0719B264-E1E1-4D58-8F3A-87553FD39C32}" type="sibTrans" cxnId="{8AE43AC1-B48F-4B7B-A673-849FCDF43241}">
      <dgm:prSet/>
      <dgm:spPr/>
      <dgm:t>
        <a:bodyPr/>
        <a:lstStyle/>
        <a:p>
          <a:endParaRPr lang="en-US"/>
        </a:p>
      </dgm:t>
    </dgm:pt>
    <dgm:pt modelId="{CDADFA93-FC2A-4878-A320-7D80A9C719AC}">
      <dgm:prSet/>
      <dgm:spPr/>
      <dgm:t>
        <a:bodyPr/>
        <a:lstStyle/>
        <a:p>
          <a:r>
            <a:rPr lang="en-US"/>
            <a:t>Handles actions for deleting a transaction and adding a new transaction.</a:t>
          </a:r>
        </a:p>
      </dgm:t>
    </dgm:pt>
    <dgm:pt modelId="{C34F3F0C-1EEA-44E3-B80A-321A2B25772E}" type="parTrans" cxnId="{2C80EC12-0736-4C7F-A54E-87ABD041F138}">
      <dgm:prSet/>
      <dgm:spPr/>
      <dgm:t>
        <a:bodyPr/>
        <a:lstStyle/>
        <a:p>
          <a:endParaRPr lang="en-US"/>
        </a:p>
      </dgm:t>
    </dgm:pt>
    <dgm:pt modelId="{B1C5CA56-034A-4522-B902-A5B06B4B9EFB}" type="sibTrans" cxnId="{2C80EC12-0736-4C7F-A54E-87ABD041F138}">
      <dgm:prSet/>
      <dgm:spPr/>
      <dgm:t>
        <a:bodyPr/>
        <a:lstStyle/>
        <a:p>
          <a:endParaRPr lang="en-US"/>
        </a:p>
      </dgm:t>
    </dgm:pt>
    <dgm:pt modelId="{4DB1359C-9AE9-406C-B3F9-D2712280466B}">
      <dgm:prSet/>
      <dgm:spPr/>
      <dgm:t>
        <a:bodyPr/>
        <a:lstStyle/>
        <a:p>
          <a:r>
            <a:rPr lang="en-US"/>
            <a:t>Ensures consistent management and persistence of transaction data in localStorage.</a:t>
          </a:r>
        </a:p>
      </dgm:t>
    </dgm:pt>
    <dgm:pt modelId="{3C94D22E-A65E-41C5-A39F-DEDCD694D6AE}" type="parTrans" cxnId="{56FD2130-A9E6-49E8-86D4-9B9DEB5E0FFD}">
      <dgm:prSet/>
      <dgm:spPr/>
      <dgm:t>
        <a:bodyPr/>
        <a:lstStyle/>
        <a:p>
          <a:endParaRPr lang="en-US"/>
        </a:p>
      </dgm:t>
    </dgm:pt>
    <dgm:pt modelId="{781EECFA-F4F8-4861-926E-A9C8D6E64987}" type="sibTrans" cxnId="{56FD2130-A9E6-49E8-86D4-9B9DEB5E0FFD}">
      <dgm:prSet/>
      <dgm:spPr/>
      <dgm:t>
        <a:bodyPr/>
        <a:lstStyle/>
        <a:p>
          <a:endParaRPr lang="en-US"/>
        </a:p>
      </dgm:t>
    </dgm:pt>
    <dgm:pt modelId="{E72CFB4D-D192-4608-99A9-F0025AF8FF1D}" type="pres">
      <dgm:prSet presAssocID="{640253D8-FA2C-49AF-B6DD-767D78575315}" presName="root" presStyleCnt="0">
        <dgm:presLayoutVars>
          <dgm:dir/>
          <dgm:resizeHandles val="exact"/>
        </dgm:presLayoutVars>
      </dgm:prSet>
      <dgm:spPr/>
    </dgm:pt>
    <dgm:pt modelId="{D3AADEEB-BAC9-4931-AF23-DDC8F504A34A}" type="pres">
      <dgm:prSet presAssocID="{C385775B-5BAC-4EE5-A238-4CED6A09E042}" presName="compNode" presStyleCnt="0"/>
      <dgm:spPr/>
    </dgm:pt>
    <dgm:pt modelId="{0DE88421-3E2F-4D89-BBE0-122FDA029037}" type="pres">
      <dgm:prSet presAssocID="{C385775B-5BAC-4EE5-A238-4CED6A09E04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D17B739C-738F-48C1-BED2-EA97B21C594D}" type="pres">
      <dgm:prSet presAssocID="{C385775B-5BAC-4EE5-A238-4CED6A09E042}" presName="iconSpace" presStyleCnt="0"/>
      <dgm:spPr/>
    </dgm:pt>
    <dgm:pt modelId="{8885541D-8337-4BA3-923F-033BAE6D7D95}" type="pres">
      <dgm:prSet presAssocID="{C385775B-5BAC-4EE5-A238-4CED6A09E042}" presName="parTx" presStyleLbl="revTx" presStyleIdx="0" presStyleCnt="4">
        <dgm:presLayoutVars>
          <dgm:chMax val="0"/>
          <dgm:chPref val="0"/>
        </dgm:presLayoutVars>
      </dgm:prSet>
      <dgm:spPr/>
    </dgm:pt>
    <dgm:pt modelId="{5C6D43EA-E06E-4172-B252-DF1BB4AB2CB5}" type="pres">
      <dgm:prSet presAssocID="{C385775B-5BAC-4EE5-A238-4CED6A09E042}" presName="txSpace" presStyleCnt="0"/>
      <dgm:spPr/>
    </dgm:pt>
    <dgm:pt modelId="{80EA6A51-A613-439A-92B5-F91A40DC8DF2}" type="pres">
      <dgm:prSet presAssocID="{C385775B-5BAC-4EE5-A238-4CED6A09E042}" presName="desTx" presStyleLbl="revTx" presStyleIdx="1" presStyleCnt="4">
        <dgm:presLayoutVars/>
      </dgm:prSet>
      <dgm:spPr/>
    </dgm:pt>
    <dgm:pt modelId="{731135AA-F900-4D3A-A063-5A727D8CDAA3}" type="pres">
      <dgm:prSet presAssocID="{B92E8DD8-048D-45E3-96C1-6D082AE2E89C}" presName="sibTrans" presStyleCnt="0"/>
      <dgm:spPr/>
    </dgm:pt>
    <dgm:pt modelId="{E13BD2C9-4445-4A83-8BBC-D2EEBE731D92}" type="pres">
      <dgm:prSet presAssocID="{947948A3-9E4B-4FFA-A315-D679731960D8}" presName="compNode" presStyleCnt="0"/>
      <dgm:spPr/>
    </dgm:pt>
    <dgm:pt modelId="{89F0098C-ADF3-4F8A-BE8A-D257F77AD910}" type="pres">
      <dgm:prSet presAssocID="{947948A3-9E4B-4FFA-A315-D679731960D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16F9FB6C-A0A9-45D8-B0E2-363743AE8FC3}" type="pres">
      <dgm:prSet presAssocID="{947948A3-9E4B-4FFA-A315-D679731960D8}" presName="iconSpace" presStyleCnt="0"/>
      <dgm:spPr/>
    </dgm:pt>
    <dgm:pt modelId="{DD00ACDB-C907-48FA-A317-B12F906AE818}" type="pres">
      <dgm:prSet presAssocID="{947948A3-9E4B-4FFA-A315-D679731960D8}" presName="parTx" presStyleLbl="revTx" presStyleIdx="2" presStyleCnt="4">
        <dgm:presLayoutVars>
          <dgm:chMax val="0"/>
          <dgm:chPref val="0"/>
        </dgm:presLayoutVars>
      </dgm:prSet>
      <dgm:spPr/>
    </dgm:pt>
    <dgm:pt modelId="{57C65462-2071-4634-9278-3B268DF3310E}" type="pres">
      <dgm:prSet presAssocID="{947948A3-9E4B-4FFA-A315-D679731960D8}" presName="txSpace" presStyleCnt="0"/>
      <dgm:spPr/>
    </dgm:pt>
    <dgm:pt modelId="{71456304-4786-4E5C-A98F-751043985495}" type="pres">
      <dgm:prSet presAssocID="{947948A3-9E4B-4FFA-A315-D679731960D8}" presName="desTx" presStyleLbl="revTx" presStyleIdx="3" presStyleCnt="4">
        <dgm:presLayoutVars/>
      </dgm:prSet>
      <dgm:spPr/>
    </dgm:pt>
  </dgm:ptLst>
  <dgm:cxnLst>
    <dgm:cxn modelId="{46AE2406-34D5-4E68-A37B-5D4F95DA2848}" type="presOf" srcId="{C385775B-5BAC-4EE5-A238-4CED6A09E042}" destId="{8885541D-8337-4BA3-923F-033BAE6D7D95}" srcOrd="0" destOrd="0" presId="urn:microsoft.com/office/officeart/2018/5/layout/CenteredIconLabelDescriptionList"/>
    <dgm:cxn modelId="{BE54050F-E66C-45D8-8C5C-53DFDC2F5103}" type="presOf" srcId="{B9A9C5B6-8D93-490E-8E7C-447E555DD9BB}" destId="{80EA6A51-A613-439A-92B5-F91A40DC8DF2}" srcOrd="0" destOrd="3" presId="urn:microsoft.com/office/officeart/2018/5/layout/CenteredIconLabelDescriptionList"/>
    <dgm:cxn modelId="{2C80EC12-0736-4C7F-A54E-87ABD041F138}" srcId="{947948A3-9E4B-4FFA-A315-D679731960D8}" destId="{CDADFA93-FC2A-4878-A320-7D80A9C719AC}" srcOrd="1" destOrd="0" parTransId="{C34F3F0C-1EEA-44E3-B80A-321A2B25772E}" sibTransId="{B1C5CA56-034A-4522-B902-A5B06B4B9EFB}"/>
    <dgm:cxn modelId="{B200691B-03BC-49C7-A8D6-F6BA02BCE79D}" type="presOf" srcId="{018EC07D-C819-491C-A707-3A72881254A7}" destId="{80EA6A51-A613-439A-92B5-F91A40DC8DF2}" srcOrd="0" destOrd="2" presId="urn:microsoft.com/office/officeart/2018/5/layout/CenteredIconLabelDescriptionList"/>
    <dgm:cxn modelId="{55568F1D-6758-4A67-A01D-EB38D8F2D41A}" type="presOf" srcId="{DDA6D7EF-28C5-4516-AE2D-18E81DE0E48E}" destId="{80EA6A51-A613-439A-92B5-F91A40DC8DF2}" srcOrd="0" destOrd="1" presId="urn:microsoft.com/office/officeart/2018/5/layout/CenteredIconLabelDescriptionList"/>
    <dgm:cxn modelId="{369D942A-5A03-48B8-96FF-BD5B10758B57}" type="presOf" srcId="{4DB1359C-9AE9-406C-B3F9-D2712280466B}" destId="{71456304-4786-4E5C-A98F-751043985495}" srcOrd="0" destOrd="2" presId="urn:microsoft.com/office/officeart/2018/5/layout/CenteredIconLabelDescriptionList"/>
    <dgm:cxn modelId="{80C1432B-358C-454D-A8A6-0EE2CBDE89ED}" type="presOf" srcId="{640253D8-FA2C-49AF-B6DD-767D78575315}" destId="{E72CFB4D-D192-4608-99A9-F0025AF8FF1D}" srcOrd="0" destOrd="0" presId="urn:microsoft.com/office/officeart/2018/5/layout/CenteredIconLabelDescriptionList"/>
    <dgm:cxn modelId="{139EA92E-9F02-4CFC-83ED-D147C1E5C036}" srcId="{C385775B-5BAC-4EE5-A238-4CED6A09E042}" destId="{018EC07D-C819-491C-A707-3A72881254A7}" srcOrd="2" destOrd="0" parTransId="{A2362923-6C68-48F7-AC0F-17DD85124665}" sibTransId="{6B4BDDFD-7FF9-427B-B30E-9A6F9F208E52}"/>
    <dgm:cxn modelId="{56FD2130-A9E6-49E8-86D4-9B9DEB5E0FFD}" srcId="{947948A3-9E4B-4FFA-A315-D679731960D8}" destId="{4DB1359C-9AE9-406C-B3F9-D2712280466B}" srcOrd="2" destOrd="0" parTransId="{3C94D22E-A65E-41C5-A39F-DEDCD694D6AE}" sibTransId="{781EECFA-F4F8-4861-926E-A9C8D6E64987}"/>
    <dgm:cxn modelId="{A36C4C36-2E5C-4857-85B9-96132B7EA601}" type="presOf" srcId="{A96C4691-47AA-42EE-8571-2A6D2258B760}" destId="{80EA6A51-A613-439A-92B5-F91A40DC8DF2}" srcOrd="0" destOrd="0" presId="urn:microsoft.com/office/officeart/2018/5/layout/CenteredIconLabelDescriptionList"/>
    <dgm:cxn modelId="{F84F286A-DF8C-4AB1-A826-D78C098C8133}" srcId="{C385775B-5BAC-4EE5-A238-4CED6A09E042}" destId="{DDA6D7EF-28C5-4516-AE2D-18E81DE0E48E}" srcOrd="1" destOrd="0" parTransId="{FBB205B8-91D2-49CE-982A-A634177957D3}" sibTransId="{7841D722-2F84-4CA4-99DF-67442FC6D875}"/>
    <dgm:cxn modelId="{2E44ED56-6AE5-487E-A4E3-E8EF15AAB34B}" type="presOf" srcId="{CDADFA93-FC2A-4878-A320-7D80A9C719AC}" destId="{71456304-4786-4E5C-A98F-751043985495}" srcOrd="0" destOrd="1" presId="urn:microsoft.com/office/officeart/2018/5/layout/CenteredIconLabelDescriptionList"/>
    <dgm:cxn modelId="{3A575359-7434-49D2-9982-A8AD948A5510}" type="presOf" srcId="{947948A3-9E4B-4FFA-A315-D679731960D8}" destId="{DD00ACDB-C907-48FA-A317-B12F906AE818}" srcOrd="0" destOrd="0" presId="urn:microsoft.com/office/officeart/2018/5/layout/CenteredIconLabelDescriptionList"/>
    <dgm:cxn modelId="{6D8FDF7A-6F88-4B95-ADFC-50821FD94DEF}" srcId="{640253D8-FA2C-49AF-B6DD-767D78575315}" destId="{C385775B-5BAC-4EE5-A238-4CED6A09E042}" srcOrd="0" destOrd="0" parTransId="{B06B9A7F-0C38-4A40-AB21-B62CDE40A8FD}" sibTransId="{B92E8DD8-048D-45E3-96C1-6D082AE2E89C}"/>
    <dgm:cxn modelId="{D90D2090-D72E-4DE2-9E4B-1A81B3AD16E6}" srcId="{640253D8-FA2C-49AF-B6DD-767D78575315}" destId="{947948A3-9E4B-4FFA-A315-D679731960D8}" srcOrd="1" destOrd="0" parTransId="{9DB80C08-B5D9-45B2-BB26-C065153E7920}" sibTransId="{14E6CBCB-DC27-4A66-A6B4-3D7B70BA7E5E}"/>
    <dgm:cxn modelId="{71C916B8-C936-4FE7-8739-E9649C4ED790}" srcId="{C385775B-5BAC-4EE5-A238-4CED6A09E042}" destId="{A96C4691-47AA-42EE-8571-2A6D2258B760}" srcOrd="0" destOrd="0" parTransId="{6B15EA65-F932-4E02-96FF-96FCCC2C16AB}" sibTransId="{1083C48A-0CE4-439D-8F78-EE9457DC528C}"/>
    <dgm:cxn modelId="{8AE43AC1-B48F-4B7B-A673-849FCDF43241}" srcId="{947948A3-9E4B-4FFA-A315-D679731960D8}" destId="{9A52E42D-5AE9-4060-81D3-77F6DCC4CD48}" srcOrd="0" destOrd="0" parTransId="{07ECC648-29D4-4902-8081-92737EEFA19D}" sibTransId="{0719B264-E1E1-4D58-8F3A-87553FD39C32}"/>
    <dgm:cxn modelId="{022EBDDE-93D4-490B-B1B6-528B0076FF6C}" type="presOf" srcId="{9A52E42D-5AE9-4060-81D3-77F6DCC4CD48}" destId="{71456304-4786-4E5C-A98F-751043985495}" srcOrd="0" destOrd="0" presId="urn:microsoft.com/office/officeart/2018/5/layout/CenteredIconLabelDescriptionList"/>
    <dgm:cxn modelId="{311399E9-8624-4EB4-91F8-8375224639ED}" srcId="{C385775B-5BAC-4EE5-A238-4CED6A09E042}" destId="{B9A9C5B6-8D93-490E-8E7C-447E555DD9BB}" srcOrd="3" destOrd="0" parTransId="{FDE03FEE-2B89-4C75-AE52-41446E73AA9D}" sibTransId="{ECD74331-83E3-47BD-9996-66CDE2B5FD9F}"/>
    <dgm:cxn modelId="{5B93ADC4-F4E0-45EA-A28F-B2FD1044FEB1}" type="presParOf" srcId="{E72CFB4D-D192-4608-99A9-F0025AF8FF1D}" destId="{D3AADEEB-BAC9-4931-AF23-DDC8F504A34A}" srcOrd="0" destOrd="0" presId="urn:microsoft.com/office/officeart/2018/5/layout/CenteredIconLabelDescriptionList"/>
    <dgm:cxn modelId="{4A18D8F8-7D15-456E-BFD7-CDD0CA627580}" type="presParOf" srcId="{D3AADEEB-BAC9-4931-AF23-DDC8F504A34A}" destId="{0DE88421-3E2F-4D89-BBE0-122FDA029037}" srcOrd="0" destOrd="0" presId="urn:microsoft.com/office/officeart/2018/5/layout/CenteredIconLabelDescriptionList"/>
    <dgm:cxn modelId="{68E40E9D-97EA-4B1E-B090-1AF249D2DFA1}" type="presParOf" srcId="{D3AADEEB-BAC9-4931-AF23-DDC8F504A34A}" destId="{D17B739C-738F-48C1-BED2-EA97B21C594D}" srcOrd="1" destOrd="0" presId="urn:microsoft.com/office/officeart/2018/5/layout/CenteredIconLabelDescriptionList"/>
    <dgm:cxn modelId="{8C18EFE8-81E9-4F62-A16C-1204D45E209C}" type="presParOf" srcId="{D3AADEEB-BAC9-4931-AF23-DDC8F504A34A}" destId="{8885541D-8337-4BA3-923F-033BAE6D7D95}" srcOrd="2" destOrd="0" presId="urn:microsoft.com/office/officeart/2018/5/layout/CenteredIconLabelDescriptionList"/>
    <dgm:cxn modelId="{DE595149-5331-456B-B778-D346C83F95F5}" type="presParOf" srcId="{D3AADEEB-BAC9-4931-AF23-DDC8F504A34A}" destId="{5C6D43EA-E06E-4172-B252-DF1BB4AB2CB5}" srcOrd="3" destOrd="0" presId="urn:microsoft.com/office/officeart/2018/5/layout/CenteredIconLabelDescriptionList"/>
    <dgm:cxn modelId="{DE9D62AF-6FA1-4B9B-B6DA-3BEA15414F44}" type="presParOf" srcId="{D3AADEEB-BAC9-4931-AF23-DDC8F504A34A}" destId="{80EA6A51-A613-439A-92B5-F91A40DC8DF2}" srcOrd="4" destOrd="0" presId="urn:microsoft.com/office/officeart/2018/5/layout/CenteredIconLabelDescriptionList"/>
    <dgm:cxn modelId="{7A8BE75A-791A-4348-B20E-90AAA834B1F0}" type="presParOf" srcId="{E72CFB4D-D192-4608-99A9-F0025AF8FF1D}" destId="{731135AA-F900-4D3A-A063-5A727D8CDAA3}" srcOrd="1" destOrd="0" presId="urn:microsoft.com/office/officeart/2018/5/layout/CenteredIconLabelDescriptionList"/>
    <dgm:cxn modelId="{AC78A157-B5D5-4FC0-B07E-91D27F022825}" type="presParOf" srcId="{E72CFB4D-D192-4608-99A9-F0025AF8FF1D}" destId="{E13BD2C9-4445-4A83-8BBC-D2EEBE731D92}" srcOrd="2" destOrd="0" presId="urn:microsoft.com/office/officeart/2018/5/layout/CenteredIconLabelDescriptionList"/>
    <dgm:cxn modelId="{81C0DC4D-6846-4F79-83F8-E929562DA2DA}" type="presParOf" srcId="{E13BD2C9-4445-4A83-8BBC-D2EEBE731D92}" destId="{89F0098C-ADF3-4F8A-BE8A-D257F77AD910}" srcOrd="0" destOrd="0" presId="urn:microsoft.com/office/officeart/2018/5/layout/CenteredIconLabelDescriptionList"/>
    <dgm:cxn modelId="{2279772D-E9BE-4D79-AB60-D773E74A1852}" type="presParOf" srcId="{E13BD2C9-4445-4A83-8BBC-D2EEBE731D92}" destId="{16F9FB6C-A0A9-45D8-B0E2-363743AE8FC3}" srcOrd="1" destOrd="0" presId="urn:microsoft.com/office/officeart/2018/5/layout/CenteredIconLabelDescriptionList"/>
    <dgm:cxn modelId="{10738F23-698A-460C-B9F8-E44E61DDA28C}" type="presParOf" srcId="{E13BD2C9-4445-4A83-8BBC-D2EEBE731D92}" destId="{DD00ACDB-C907-48FA-A317-B12F906AE818}" srcOrd="2" destOrd="0" presId="urn:microsoft.com/office/officeart/2018/5/layout/CenteredIconLabelDescriptionList"/>
    <dgm:cxn modelId="{0F54F2B5-0210-408C-8D09-C667C03B8DBC}" type="presParOf" srcId="{E13BD2C9-4445-4A83-8BBC-D2EEBE731D92}" destId="{57C65462-2071-4634-9278-3B268DF3310E}" srcOrd="3" destOrd="0" presId="urn:microsoft.com/office/officeart/2018/5/layout/CenteredIconLabelDescriptionList"/>
    <dgm:cxn modelId="{C881576F-AF2E-4F89-A044-CFE430DC0FFE}" type="presParOf" srcId="{E13BD2C9-4445-4A83-8BBC-D2EEBE731D92}" destId="{71456304-4786-4E5C-A98F-75104398549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40253D8-FA2C-49AF-B6DD-767D78575315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5_2" csCatId="accent5" phldr="1"/>
      <dgm:spPr/>
      <dgm:t>
        <a:bodyPr/>
        <a:lstStyle/>
        <a:p>
          <a:endParaRPr lang="en-US"/>
        </a:p>
      </dgm:t>
    </dgm:pt>
    <dgm:pt modelId="{C385775B-5BAC-4EE5-A238-4CED6A09E042}">
      <dgm:prSet/>
      <dgm:spPr/>
      <dgm:t>
        <a:bodyPr/>
        <a:lstStyle/>
        <a:p>
          <a:pPr>
            <a:defRPr b="1"/>
          </a:pPr>
          <a:r>
            <a:rPr lang="en-US" b="1" err="1"/>
            <a:t>formatDate</a:t>
          </a:r>
          <a:r>
            <a:rPr lang="en-US" b="1"/>
            <a:t>:</a:t>
          </a:r>
          <a:endParaRPr lang="en-US"/>
        </a:p>
      </dgm:t>
    </dgm:pt>
    <dgm:pt modelId="{B06B9A7F-0C38-4A40-AB21-B62CDE40A8FD}" type="parTrans" cxnId="{6D8FDF7A-6F88-4B95-ADFC-50821FD94DEF}">
      <dgm:prSet/>
      <dgm:spPr/>
      <dgm:t>
        <a:bodyPr/>
        <a:lstStyle/>
        <a:p>
          <a:endParaRPr lang="en-US"/>
        </a:p>
      </dgm:t>
    </dgm:pt>
    <dgm:pt modelId="{B92E8DD8-048D-45E3-96C1-6D082AE2E89C}" type="sibTrans" cxnId="{6D8FDF7A-6F88-4B95-ADFC-50821FD94DEF}">
      <dgm:prSet/>
      <dgm:spPr/>
      <dgm:t>
        <a:bodyPr/>
        <a:lstStyle/>
        <a:p>
          <a:endParaRPr lang="en-US"/>
        </a:p>
      </dgm:t>
    </dgm:pt>
    <dgm:pt modelId="{018EC07D-C819-491C-A707-3A72881254A7}">
      <dgm:prSet/>
      <dgm:spPr/>
      <dgm:t>
        <a:bodyPr/>
        <a:lstStyle/>
        <a:p>
          <a:r>
            <a:rPr lang="en-US"/>
            <a:t>Exports a JavaScript function for </a:t>
          </a:r>
          <a:r>
            <a:rPr lang="en-US" b="0"/>
            <a:t>formatting dates into a </a:t>
          </a:r>
          <a:r>
            <a:rPr lang="en-US"/>
            <a:t>standard string format (YYYY-MM-DD).</a:t>
          </a:r>
        </a:p>
      </dgm:t>
    </dgm:pt>
    <dgm:pt modelId="{A2362923-6C68-48F7-AC0F-17DD85124665}" type="parTrans" cxnId="{139EA92E-9F02-4CFC-83ED-D147C1E5C036}">
      <dgm:prSet/>
      <dgm:spPr/>
      <dgm:t>
        <a:bodyPr/>
        <a:lstStyle/>
        <a:p>
          <a:endParaRPr lang="en-US"/>
        </a:p>
      </dgm:t>
    </dgm:pt>
    <dgm:pt modelId="{6B4BDDFD-7FF9-427B-B30E-9A6F9F208E52}" type="sibTrans" cxnId="{139EA92E-9F02-4CFC-83ED-D147C1E5C036}">
      <dgm:prSet/>
      <dgm:spPr/>
      <dgm:t>
        <a:bodyPr/>
        <a:lstStyle/>
        <a:p>
          <a:endParaRPr lang="en-US"/>
        </a:p>
      </dgm:t>
    </dgm:pt>
    <dgm:pt modelId="{B9A9C5B6-8D93-490E-8E7C-447E555DD9BB}">
      <dgm:prSet/>
      <dgm:spPr/>
      <dgm:t>
        <a:bodyPr/>
        <a:lstStyle/>
        <a:p>
          <a:r>
            <a:rPr lang="en-US"/>
            <a:t>Provides a utility for formatting dates commonly used in databases, APIs, or user interfaces.</a:t>
          </a:r>
        </a:p>
      </dgm:t>
    </dgm:pt>
    <dgm:pt modelId="{FDE03FEE-2B89-4C75-AE52-41446E73AA9D}" type="parTrans" cxnId="{311399E9-8624-4EB4-91F8-8375224639ED}">
      <dgm:prSet/>
      <dgm:spPr/>
      <dgm:t>
        <a:bodyPr/>
        <a:lstStyle/>
        <a:p>
          <a:endParaRPr lang="en-US"/>
        </a:p>
      </dgm:t>
    </dgm:pt>
    <dgm:pt modelId="{ECD74331-83E3-47BD-9996-66CDE2B5FD9F}" type="sibTrans" cxnId="{311399E9-8624-4EB4-91F8-8375224639ED}">
      <dgm:prSet/>
      <dgm:spPr/>
      <dgm:t>
        <a:bodyPr/>
        <a:lstStyle/>
        <a:p>
          <a:endParaRPr lang="en-US"/>
        </a:p>
      </dgm:t>
    </dgm:pt>
    <dgm:pt modelId="{E72CFB4D-D192-4608-99A9-F0025AF8FF1D}" type="pres">
      <dgm:prSet presAssocID="{640253D8-FA2C-49AF-B6DD-767D78575315}" presName="root" presStyleCnt="0">
        <dgm:presLayoutVars>
          <dgm:dir/>
          <dgm:resizeHandles val="exact"/>
        </dgm:presLayoutVars>
      </dgm:prSet>
      <dgm:spPr/>
    </dgm:pt>
    <dgm:pt modelId="{D3AADEEB-BAC9-4931-AF23-DDC8F504A34A}" type="pres">
      <dgm:prSet presAssocID="{C385775B-5BAC-4EE5-A238-4CED6A09E042}" presName="compNode" presStyleCnt="0"/>
      <dgm:spPr/>
    </dgm:pt>
    <dgm:pt modelId="{0DE88421-3E2F-4D89-BBE0-122FDA029037}" type="pres">
      <dgm:prSet presAssocID="{C385775B-5BAC-4EE5-A238-4CED6A09E042}" presName="iconRect" presStyleLbl="nod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D17B739C-738F-48C1-BED2-EA97B21C594D}" type="pres">
      <dgm:prSet presAssocID="{C385775B-5BAC-4EE5-A238-4CED6A09E042}" presName="iconSpace" presStyleCnt="0"/>
      <dgm:spPr/>
    </dgm:pt>
    <dgm:pt modelId="{8885541D-8337-4BA3-923F-033BAE6D7D95}" type="pres">
      <dgm:prSet presAssocID="{C385775B-5BAC-4EE5-A238-4CED6A09E042}" presName="parTx" presStyleLbl="revTx" presStyleIdx="0" presStyleCnt="2">
        <dgm:presLayoutVars>
          <dgm:chMax val="0"/>
          <dgm:chPref val="0"/>
        </dgm:presLayoutVars>
      </dgm:prSet>
      <dgm:spPr/>
    </dgm:pt>
    <dgm:pt modelId="{5C6D43EA-E06E-4172-B252-DF1BB4AB2CB5}" type="pres">
      <dgm:prSet presAssocID="{C385775B-5BAC-4EE5-A238-4CED6A09E042}" presName="txSpace" presStyleCnt="0"/>
      <dgm:spPr/>
    </dgm:pt>
    <dgm:pt modelId="{80EA6A51-A613-439A-92B5-F91A40DC8DF2}" type="pres">
      <dgm:prSet presAssocID="{C385775B-5BAC-4EE5-A238-4CED6A09E042}" presName="desTx" presStyleLbl="revTx" presStyleIdx="1" presStyleCnt="2">
        <dgm:presLayoutVars/>
      </dgm:prSet>
      <dgm:spPr/>
    </dgm:pt>
  </dgm:ptLst>
  <dgm:cxnLst>
    <dgm:cxn modelId="{7138D005-4EA6-4EE4-A510-44C1D5651D17}" type="presOf" srcId="{B9A9C5B6-8D93-490E-8E7C-447E555DD9BB}" destId="{80EA6A51-A613-439A-92B5-F91A40DC8DF2}" srcOrd="0" destOrd="1" presId="urn:microsoft.com/office/officeart/2018/5/layout/CenteredIconLabelDescriptionList"/>
    <dgm:cxn modelId="{C5417812-77A1-4553-A44F-2D472465D997}" type="presOf" srcId="{018EC07D-C819-491C-A707-3A72881254A7}" destId="{80EA6A51-A613-439A-92B5-F91A40DC8DF2}" srcOrd="0" destOrd="0" presId="urn:microsoft.com/office/officeart/2018/5/layout/CenteredIconLabelDescriptionList"/>
    <dgm:cxn modelId="{80C1432B-358C-454D-A8A6-0EE2CBDE89ED}" type="presOf" srcId="{640253D8-FA2C-49AF-B6DD-767D78575315}" destId="{E72CFB4D-D192-4608-99A9-F0025AF8FF1D}" srcOrd="0" destOrd="0" presId="urn:microsoft.com/office/officeart/2018/5/layout/CenteredIconLabelDescriptionList"/>
    <dgm:cxn modelId="{139EA92E-9F02-4CFC-83ED-D147C1E5C036}" srcId="{C385775B-5BAC-4EE5-A238-4CED6A09E042}" destId="{018EC07D-C819-491C-A707-3A72881254A7}" srcOrd="0" destOrd="0" parTransId="{A2362923-6C68-48F7-AC0F-17DD85124665}" sibTransId="{6B4BDDFD-7FF9-427B-B30E-9A6F9F208E52}"/>
    <dgm:cxn modelId="{6D8FDF7A-6F88-4B95-ADFC-50821FD94DEF}" srcId="{640253D8-FA2C-49AF-B6DD-767D78575315}" destId="{C385775B-5BAC-4EE5-A238-4CED6A09E042}" srcOrd="0" destOrd="0" parTransId="{B06B9A7F-0C38-4A40-AB21-B62CDE40A8FD}" sibTransId="{B92E8DD8-048D-45E3-96C1-6D082AE2E89C}"/>
    <dgm:cxn modelId="{B001F0E6-DEE3-4D95-8C93-D8E492D5520D}" type="presOf" srcId="{C385775B-5BAC-4EE5-A238-4CED6A09E042}" destId="{8885541D-8337-4BA3-923F-033BAE6D7D95}" srcOrd="0" destOrd="0" presId="urn:microsoft.com/office/officeart/2018/5/layout/CenteredIconLabelDescriptionList"/>
    <dgm:cxn modelId="{311399E9-8624-4EB4-91F8-8375224639ED}" srcId="{C385775B-5BAC-4EE5-A238-4CED6A09E042}" destId="{B9A9C5B6-8D93-490E-8E7C-447E555DD9BB}" srcOrd="1" destOrd="0" parTransId="{FDE03FEE-2B89-4C75-AE52-41446E73AA9D}" sibTransId="{ECD74331-83E3-47BD-9996-66CDE2B5FD9F}"/>
    <dgm:cxn modelId="{565FC7B3-89B2-42F5-8D08-57DFD0C10F8A}" type="presParOf" srcId="{E72CFB4D-D192-4608-99A9-F0025AF8FF1D}" destId="{D3AADEEB-BAC9-4931-AF23-DDC8F504A34A}" srcOrd="0" destOrd="0" presId="urn:microsoft.com/office/officeart/2018/5/layout/CenteredIconLabelDescriptionList"/>
    <dgm:cxn modelId="{9364715F-E3FA-4280-9E9F-4774C0586274}" type="presParOf" srcId="{D3AADEEB-BAC9-4931-AF23-DDC8F504A34A}" destId="{0DE88421-3E2F-4D89-BBE0-122FDA029037}" srcOrd="0" destOrd="0" presId="urn:microsoft.com/office/officeart/2018/5/layout/CenteredIconLabelDescriptionList"/>
    <dgm:cxn modelId="{D0F6E1F7-FBF1-499A-AF68-D9E677310A41}" type="presParOf" srcId="{D3AADEEB-BAC9-4931-AF23-DDC8F504A34A}" destId="{D17B739C-738F-48C1-BED2-EA97B21C594D}" srcOrd="1" destOrd="0" presId="urn:microsoft.com/office/officeart/2018/5/layout/CenteredIconLabelDescriptionList"/>
    <dgm:cxn modelId="{FB3B4372-F28F-42CD-9C41-982D724F51AB}" type="presParOf" srcId="{D3AADEEB-BAC9-4931-AF23-DDC8F504A34A}" destId="{8885541D-8337-4BA3-923F-033BAE6D7D95}" srcOrd="2" destOrd="0" presId="urn:microsoft.com/office/officeart/2018/5/layout/CenteredIconLabelDescriptionList"/>
    <dgm:cxn modelId="{5A83F75F-1856-48E8-8D85-FEF9463EA469}" type="presParOf" srcId="{D3AADEEB-BAC9-4931-AF23-DDC8F504A34A}" destId="{5C6D43EA-E06E-4172-B252-DF1BB4AB2CB5}" srcOrd="3" destOrd="0" presId="urn:microsoft.com/office/officeart/2018/5/layout/CenteredIconLabelDescriptionList"/>
    <dgm:cxn modelId="{19122A57-0E16-408F-88B0-B4A23156F425}" type="presParOf" srcId="{D3AADEEB-BAC9-4931-AF23-DDC8F504A34A}" destId="{80EA6A51-A613-439A-92B5-F91A40DC8DF2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99E9EF5-9F55-428D-8E70-593326DF6866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9B860DA-6C4D-4D54-835C-A9E983F28036}">
      <dgm:prSet phldr="0"/>
      <dgm:spPr/>
      <dgm:t>
        <a:bodyPr/>
        <a:lstStyle/>
        <a:p>
          <a:pPr algn="l"/>
          <a:r>
            <a:rPr lang="en-US" dirty="0">
              <a:solidFill>
                <a:srgbClr val="D1D5DB"/>
              </a:solidFill>
            </a:rPr>
            <a:t>Monitor cash flow and budget effectively.</a:t>
          </a:r>
          <a:endParaRPr lang="en-US" dirty="0"/>
        </a:p>
      </dgm:t>
    </dgm:pt>
    <dgm:pt modelId="{D9DFD367-8478-4A80-B1A2-8AA4F6D08EEF}" type="parTrans" cxnId="{F4D7273A-1544-4ECD-9B5A-FA09AE07DFAD}">
      <dgm:prSet/>
      <dgm:spPr/>
    </dgm:pt>
    <dgm:pt modelId="{C4A5B873-3414-4A98-896D-8258A6354D6F}" type="sibTrans" cxnId="{F4D7273A-1544-4ECD-9B5A-FA09AE07DFAD}">
      <dgm:prSet phldrT="03" phldr="0"/>
      <dgm:spPr/>
    </dgm:pt>
    <dgm:pt modelId="{2479FD3E-F7C3-42B9-AD35-72F4E41C3C41}">
      <dgm:prSet phldr="0"/>
      <dgm:spPr/>
      <dgm:t>
        <a:bodyPr/>
        <a:lstStyle/>
        <a:p>
          <a:pPr algn="l"/>
          <a:r>
            <a:rPr lang="en-US" dirty="0">
              <a:solidFill>
                <a:srgbClr val="D1D5DB"/>
              </a:solidFill>
            </a:rPr>
            <a:t>Optimize financial performance for business growth.</a:t>
          </a:r>
          <a:endParaRPr lang="en-US" dirty="0"/>
        </a:p>
      </dgm:t>
    </dgm:pt>
    <dgm:pt modelId="{8FB024A0-3215-4495-93E0-4C9A9B43BF78}" type="parTrans" cxnId="{B8E84AE9-806D-4EDD-8B3D-D4122CA45F8C}">
      <dgm:prSet/>
      <dgm:spPr/>
    </dgm:pt>
    <dgm:pt modelId="{74C74AF8-B1E9-4A79-AD91-0A4F52CD2EA7}" type="sibTrans" cxnId="{B8E84AE9-806D-4EDD-8B3D-D4122CA45F8C}">
      <dgm:prSet phldrT="04" phldr="0"/>
      <dgm:spPr/>
    </dgm:pt>
    <dgm:pt modelId="{7B5D3666-AB3E-4230-A085-974994947F04}">
      <dgm:prSet phldr="0"/>
      <dgm:spPr/>
      <dgm:t>
        <a:bodyPr/>
        <a:lstStyle/>
        <a:p>
          <a:pPr algn="l"/>
          <a:r>
            <a:rPr lang="en-US" dirty="0">
              <a:solidFill>
                <a:srgbClr val="D1D5DB"/>
              </a:solidFill>
            </a:rPr>
            <a:t>Track progress toward long-term financial objectives.</a:t>
          </a:r>
          <a:endParaRPr lang="en-US" dirty="0"/>
        </a:p>
      </dgm:t>
    </dgm:pt>
    <dgm:pt modelId="{8284F8A1-AE78-45C5-83B1-4137FC9CC8BF}" type="parTrans" cxnId="{2C895BF7-8C7A-4A4A-9967-AF3830091D23}">
      <dgm:prSet/>
      <dgm:spPr/>
    </dgm:pt>
    <dgm:pt modelId="{75EBBDF9-A053-4EE3-8E1F-2517A1903E47}" type="sibTrans" cxnId="{2C895BF7-8C7A-4A4A-9967-AF3830091D23}">
      <dgm:prSet phldrT="07" phldr="0"/>
      <dgm:spPr/>
    </dgm:pt>
    <dgm:pt modelId="{F7F0267F-0CAA-4C48-A2E9-C0F0EB697848}">
      <dgm:prSet phldr="0"/>
      <dgm:spPr/>
      <dgm:t>
        <a:bodyPr/>
        <a:lstStyle/>
        <a:p>
          <a:pPr algn="l"/>
          <a:r>
            <a:rPr lang="en-US" dirty="0">
              <a:solidFill>
                <a:srgbClr val="D1D5DB"/>
              </a:solidFill>
            </a:rPr>
            <a:t>Plan budgets and savings goals.</a:t>
          </a:r>
          <a:endParaRPr lang="en-US" dirty="0"/>
        </a:p>
      </dgm:t>
    </dgm:pt>
    <dgm:pt modelId="{E34EB5F2-D8C0-4E80-9568-6806EB1060BD}" type="parTrans" cxnId="{5683CA5B-5684-491F-B5AC-A9CD7FF6E1D1}">
      <dgm:prSet/>
      <dgm:spPr/>
    </dgm:pt>
    <dgm:pt modelId="{A265CA4F-461C-4C06-A0E4-8699CD890189}" type="sibTrans" cxnId="{5683CA5B-5684-491F-B5AC-A9CD7FF6E1D1}">
      <dgm:prSet phldrT="05" phldr="0"/>
      <dgm:spPr/>
    </dgm:pt>
    <dgm:pt modelId="{69A4D807-0A16-44B9-AAA4-618935FF9F47}">
      <dgm:prSet phldr="0"/>
      <dgm:spPr/>
      <dgm:t>
        <a:bodyPr/>
        <a:lstStyle/>
        <a:p>
          <a:pPr algn="l"/>
          <a:r>
            <a:rPr lang="en-US" b="1" dirty="0"/>
            <a:t>Personal Finance Management:</a:t>
          </a:r>
          <a:endParaRPr lang="en-US" dirty="0"/>
        </a:p>
      </dgm:t>
    </dgm:pt>
    <dgm:pt modelId="{E4EF0108-6016-4B49-B313-8489092870A0}" type="parTrans" cxnId="{4E0F1805-4F4D-4414-8DF6-D96ACB572153}">
      <dgm:prSet/>
      <dgm:spPr/>
    </dgm:pt>
    <dgm:pt modelId="{B997FA6C-EDB9-4BBF-82EC-FD025B69A4CA}" type="sibTrans" cxnId="{4E0F1805-4F4D-4414-8DF6-D96ACB572153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C3CCFEA4-DCF8-47FB-9802-25D7D6509D73}">
      <dgm:prSet phldr="0"/>
      <dgm:spPr/>
      <dgm:t>
        <a:bodyPr/>
        <a:lstStyle/>
        <a:p>
          <a:pPr algn="l"/>
          <a:r>
            <a:rPr lang="en-US" dirty="0">
              <a:solidFill>
                <a:srgbClr val="D1D5DB"/>
              </a:solidFill>
            </a:rPr>
            <a:t>Track income and expenses for personal financial organization.</a:t>
          </a:r>
          <a:endParaRPr lang="en-US" dirty="0"/>
        </a:p>
      </dgm:t>
    </dgm:pt>
    <dgm:pt modelId="{4FC5A695-F201-483A-BC78-FC7653A3B14C}" type="parTrans" cxnId="{6DF9BA9B-5966-4E0E-8ACB-639057DCEDD2}">
      <dgm:prSet/>
      <dgm:spPr/>
    </dgm:pt>
    <dgm:pt modelId="{EC806DA3-0B3F-466A-938A-24ABC43EDB20}" type="sibTrans" cxnId="{6DF9BA9B-5966-4E0E-8ACB-639057DCEDD2}">
      <dgm:prSet/>
      <dgm:spPr/>
    </dgm:pt>
    <dgm:pt modelId="{C7F3D31D-765C-47DF-9811-132A686BF9E6}">
      <dgm:prSet phldr="0"/>
      <dgm:spPr/>
      <dgm:t>
        <a:bodyPr/>
        <a:lstStyle/>
        <a:p>
          <a:pPr algn="l"/>
          <a:r>
            <a:rPr lang="en-US" dirty="0">
              <a:solidFill>
                <a:srgbClr val="D1D5DB"/>
              </a:solidFill>
            </a:rPr>
            <a:t>Set budgets and financial goals.</a:t>
          </a:r>
          <a:endParaRPr lang="en-US" dirty="0"/>
        </a:p>
      </dgm:t>
    </dgm:pt>
    <dgm:pt modelId="{A99C445A-B9D1-4DCA-819D-1C5C0FD7E4E6}" type="parTrans" cxnId="{32A8DFF3-3B6F-4D1B-8D4B-7C1BAFA6DC88}">
      <dgm:prSet/>
      <dgm:spPr/>
    </dgm:pt>
    <dgm:pt modelId="{931EB8C8-7FE3-43B4-81D5-C8DB3887A205}" type="sibTrans" cxnId="{32A8DFF3-3B6F-4D1B-8D4B-7C1BAFA6DC88}">
      <dgm:prSet phldrT="01" phldr="0"/>
      <dgm:spPr/>
    </dgm:pt>
    <dgm:pt modelId="{E2333848-1D41-4EBD-A6C2-1BCC29E3ED0F}">
      <dgm:prSet phldr="0"/>
      <dgm:spPr/>
      <dgm:t>
        <a:bodyPr/>
        <a:lstStyle/>
        <a:p>
          <a:pPr algn="l"/>
          <a:r>
            <a:rPr lang="en-US" dirty="0">
              <a:solidFill>
                <a:srgbClr val="D1D5DB"/>
              </a:solidFill>
            </a:rPr>
            <a:t>Analyze spending patterns for informed decision-making.</a:t>
          </a:r>
          <a:endParaRPr lang="en-US" dirty="0"/>
        </a:p>
      </dgm:t>
    </dgm:pt>
    <dgm:pt modelId="{D5C6392A-3BA8-4B4E-94DF-ADAB690D0EAE}" type="parTrans" cxnId="{A6791012-8113-4E71-AD08-4A41AEC95481}">
      <dgm:prSet/>
      <dgm:spPr/>
    </dgm:pt>
    <dgm:pt modelId="{5F59ABF6-92CA-45ED-B603-7C6E4E830823}" type="sibTrans" cxnId="{A6791012-8113-4E71-AD08-4A41AEC95481}">
      <dgm:prSet phldrT="02" phldr="0"/>
      <dgm:spPr/>
    </dgm:pt>
    <dgm:pt modelId="{265CBAF8-3614-4DC0-9DD6-C1894002EF64}">
      <dgm:prSet phldr="0"/>
      <dgm:spPr/>
      <dgm:t>
        <a:bodyPr/>
        <a:lstStyle/>
        <a:p>
          <a:pPr algn="l"/>
          <a:r>
            <a:rPr lang="en-US" b="1" dirty="0"/>
            <a:t>Small Business Finance:</a:t>
          </a:r>
          <a:endParaRPr lang="en-US" dirty="0"/>
        </a:p>
      </dgm:t>
    </dgm:pt>
    <dgm:pt modelId="{DD0C3C6F-111C-4930-8CB2-CFD861B5BCDD}" type="parTrans" cxnId="{18B94D0B-8A03-43A4-A392-344FBE579FE7}">
      <dgm:prSet/>
      <dgm:spPr/>
    </dgm:pt>
    <dgm:pt modelId="{0D47914B-6229-445C-9CE5-DE82BA03397D}" type="sibTrans" cxnId="{18B94D0B-8A03-43A4-A392-344FBE579FE7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55EC6DEB-5CC0-4672-B935-6CEAF48FF10B}">
      <dgm:prSet phldr="0"/>
      <dgm:spPr/>
      <dgm:t>
        <a:bodyPr/>
        <a:lstStyle/>
        <a:p>
          <a:pPr algn="l"/>
          <a:r>
            <a:rPr lang="en-US" dirty="0">
              <a:solidFill>
                <a:srgbClr val="D1D5DB"/>
              </a:solidFill>
            </a:rPr>
            <a:t>Manage income and expenses for small business operations.</a:t>
          </a:r>
          <a:endParaRPr lang="en-US" dirty="0"/>
        </a:p>
      </dgm:t>
    </dgm:pt>
    <dgm:pt modelId="{F9E449DC-2DDC-4F4D-84B3-725A12756D49}" type="parTrans" cxnId="{73B79941-ED0C-4A93-881D-7099CA0A809F}">
      <dgm:prSet/>
      <dgm:spPr/>
    </dgm:pt>
    <dgm:pt modelId="{32776961-7F22-402F-BDBE-9183B2EFB248}" type="sibTrans" cxnId="{73B79941-ED0C-4A93-881D-7099CA0A809F}">
      <dgm:prSet/>
      <dgm:spPr/>
    </dgm:pt>
    <dgm:pt modelId="{6AE76A9E-441D-4D0B-BFD0-A79E9CEDEC8D}">
      <dgm:prSet phldr="0"/>
      <dgm:spPr/>
      <dgm:t>
        <a:bodyPr/>
        <a:lstStyle/>
        <a:p>
          <a:pPr algn="l"/>
          <a:r>
            <a:rPr lang="en-US" b="1" dirty="0"/>
            <a:t>Financial Planning and Analysis:</a:t>
          </a:r>
          <a:endParaRPr lang="en-US" dirty="0"/>
        </a:p>
      </dgm:t>
    </dgm:pt>
    <dgm:pt modelId="{940DA874-C505-4019-9012-3DFA6CCC6E90}" type="parTrans" cxnId="{67C0ACE3-A026-4101-AD78-B6B574A08FF4}">
      <dgm:prSet/>
      <dgm:spPr/>
    </dgm:pt>
    <dgm:pt modelId="{FFEF14F1-C58B-4095-B064-8EB615CFEF07}" type="sibTrans" cxnId="{67C0ACE3-A026-4101-AD78-B6B574A08FF4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DAD38DEE-AFD7-4184-A17A-CFF485548B36}">
      <dgm:prSet phldr="0"/>
      <dgm:spPr/>
      <dgm:t>
        <a:bodyPr/>
        <a:lstStyle/>
        <a:p>
          <a:pPr algn="l"/>
          <a:r>
            <a:rPr lang="en-US" dirty="0">
              <a:solidFill>
                <a:srgbClr val="D1D5DB"/>
              </a:solidFill>
            </a:rPr>
            <a:t>Create comprehensive financial profiles.</a:t>
          </a:r>
          <a:endParaRPr lang="en-US" dirty="0"/>
        </a:p>
      </dgm:t>
    </dgm:pt>
    <dgm:pt modelId="{859200B9-DBAA-4260-9C95-48A321D5AF47}" type="parTrans" cxnId="{D73673F3-CB36-4418-8F98-77A4360209C7}">
      <dgm:prSet/>
      <dgm:spPr/>
    </dgm:pt>
    <dgm:pt modelId="{C62932CA-6518-4557-B129-B030E38B20D9}" type="sibTrans" cxnId="{D73673F3-CB36-4418-8F98-77A4360209C7}">
      <dgm:prSet/>
      <dgm:spPr/>
    </dgm:pt>
    <dgm:pt modelId="{20D60874-B2BE-4196-BE1E-0A5AA52E5CAA}">
      <dgm:prSet phldr="0"/>
      <dgm:spPr/>
      <dgm:t>
        <a:bodyPr/>
        <a:lstStyle/>
        <a:p>
          <a:pPr algn="l"/>
          <a:r>
            <a:rPr lang="en-US" dirty="0">
              <a:solidFill>
                <a:srgbClr val="D1D5DB"/>
              </a:solidFill>
            </a:rPr>
            <a:t>Analyze past spending patterns for financial decision-making.</a:t>
          </a:r>
          <a:endParaRPr lang="en-US" dirty="0"/>
        </a:p>
      </dgm:t>
    </dgm:pt>
    <dgm:pt modelId="{C7B59D65-CF4B-4DA6-AA6E-A34B4F0C1684}" type="parTrans" cxnId="{F6C8667D-D205-4CC7-BB76-30D161744AC0}">
      <dgm:prSet/>
      <dgm:spPr/>
    </dgm:pt>
    <dgm:pt modelId="{E2345D67-5636-436C-ABE8-0BF0AD11157C}" type="sibTrans" cxnId="{F6C8667D-D205-4CC7-BB76-30D161744AC0}">
      <dgm:prSet phldrT="06" phldr="0"/>
      <dgm:spPr/>
    </dgm:pt>
    <dgm:pt modelId="{00FDC5BC-2B77-4EAD-B2B6-76C8A86D645E}" type="pres">
      <dgm:prSet presAssocID="{B99E9EF5-9F55-428D-8E70-593326DF6866}" presName="Name0" presStyleCnt="0">
        <dgm:presLayoutVars>
          <dgm:animLvl val="lvl"/>
          <dgm:resizeHandles val="exact"/>
        </dgm:presLayoutVars>
      </dgm:prSet>
      <dgm:spPr/>
    </dgm:pt>
    <dgm:pt modelId="{1B87CB87-3392-47A1-9D4E-69982113B8A0}" type="pres">
      <dgm:prSet presAssocID="{69A4D807-0A16-44B9-AAA4-618935FF9F47}" presName="compositeNode" presStyleCnt="0">
        <dgm:presLayoutVars>
          <dgm:bulletEnabled val="1"/>
        </dgm:presLayoutVars>
      </dgm:prSet>
      <dgm:spPr/>
    </dgm:pt>
    <dgm:pt modelId="{94DA3C83-CCED-4E11-8E25-86A6204C18A2}" type="pres">
      <dgm:prSet presAssocID="{69A4D807-0A16-44B9-AAA4-618935FF9F47}" presName="bgRect" presStyleLbl="alignNode1" presStyleIdx="0" presStyleCnt="3"/>
      <dgm:spPr/>
    </dgm:pt>
    <dgm:pt modelId="{99998902-0F37-46F2-ACD9-4E97343FB2B9}" type="pres">
      <dgm:prSet presAssocID="{B997FA6C-EDB9-4BBF-82EC-FD025B69A4CA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6B18F586-9DF3-47D0-8C2A-691A55AA0EEC}" type="pres">
      <dgm:prSet presAssocID="{69A4D807-0A16-44B9-AAA4-618935FF9F47}" presName="nodeRect" presStyleLbl="alignNode1" presStyleIdx="0" presStyleCnt="3">
        <dgm:presLayoutVars>
          <dgm:bulletEnabled val="1"/>
        </dgm:presLayoutVars>
      </dgm:prSet>
      <dgm:spPr/>
    </dgm:pt>
    <dgm:pt modelId="{433B3C57-0B3C-4C78-80EC-7DBC2D74500B}" type="pres">
      <dgm:prSet presAssocID="{B997FA6C-EDB9-4BBF-82EC-FD025B69A4CA}" presName="sibTrans" presStyleCnt="0"/>
      <dgm:spPr/>
    </dgm:pt>
    <dgm:pt modelId="{C8C20686-8839-4BE2-8E67-E5EEAC1288FC}" type="pres">
      <dgm:prSet presAssocID="{265CBAF8-3614-4DC0-9DD6-C1894002EF64}" presName="compositeNode" presStyleCnt="0">
        <dgm:presLayoutVars>
          <dgm:bulletEnabled val="1"/>
        </dgm:presLayoutVars>
      </dgm:prSet>
      <dgm:spPr/>
    </dgm:pt>
    <dgm:pt modelId="{17A7A633-CC76-4B75-8F3C-3885AC1B78AC}" type="pres">
      <dgm:prSet presAssocID="{265CBAF8-3614-4DC0-9DD6-C1894002EF64}" presName="bgRect" presStyleLbl="alignNode1" presStyleIdx="1" presStyleCnt="3"/>
      <dgm:spPr/>
    </dgm:pt>
    <dgm:pt modelId="{3788920B-16BD-4E9A-8B76-30C89E112DF1}" type="pres">
      <dgm:prSet presAssocID="{0D47914B-6229-445C-9CE5-DE82BA03397D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22B4E8E9-C2E3-449A-BDB7-7C0ED14EE637}" type="pres">
      <dgm:prSet presAssocID="{265CBAF8-3614-4DC0-9DD6-C1894002EF64}" presName="nodeRect" presStyleLbl="alignNode1" presStyleIdx="1" presStyleCnt="3">
        <dgm:presLayoutVars>
          <dgm:bulletEnabled val="1"/>
        </dgm:presLayoutVars>
      </dgm:prSet>
      <dgm:spPr/>
    </dgm:pt>
    <dgm:pt modelId="{D3550E46-F3C9-4EF5-A26E-DC8A38DDBB23}" type="pres">
      <dgm:prSet presAssocID="{0D47914B-6229-445C-9CE5-DE82BA03397D}" presName="sibTrans" presStyleCnt="0"/>
      <dgm:spPr/>
    </dgm:pt>
    <dgm:pt modelId="{1C98C419-973C-44B7-836E-F424963D7189}" type="pres">
      <dgm:prSet presAssocID="{6AE76A9E-441D-4D0B-BFD0-A79E9CEDEC8D}" presName="compositeNode" presStyleCnt="0">
        <dgm:presLayoutVars>
          <dgm:bulletEnabled val="1"/>
        </dgm:presLayoutVars>
      </dgm:prSet>
      <dgm:spPr/>
    </dgm:pt>
    <dgm:pt modelId="{42AAE607-7A1F-4393-AACF-3ACB5ECBAB5D}" type="pres">
      <dgm:prSet presAssocID="{6AE76A9E-441D-4D0B-BFD0-A79E9CEDEC8D}" presName="bgRect" presStyleLbl="alignNode1" presStyleIdx="2" presStyleCnt="3"/>
      <dgm:spPr/>
    </dgm:pt>
    <dgm:pt modelId="{1E456AE6-8E03-4178-9A3E-2BD508236B1B}" type="pres">
      <dgm:prSet presAssocID="{FFEF14F1-C58B-4095-B064-8EB615CFEF07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C1662522-4C75-4AD7-9E7C-4FB08F0B785A}" type="pres">
      <dgm:prSet presAssocID="{6AE76A9E-441D-4D0B-BFD0-A79E9CEDEC8D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4E0F1805-4F4D-4414-8DF6-D96ACB572153}" srcId="{B99E9EF5-9F55-428D-8E70-593326DF6866}" destId="{69A4D807-0A16-44B9-AAA4-618935FF9F47}" srcOrd="0" destOrd="0" parTransId="{E4EF0108-6016-4B49-B313-8489092870A0}" sibTransId="{B997FA6C-EDB9-4BBF-82EC-FD025B69A4CA}"/>
    <dgm:cxn modelId="{EE61B805-E8E7-4156-AAAA-F726D50FE95F}" type="presOf" srcId="{6AE76A9E-441D-4D0B-BFD0-A79E9CEDEC8D}" destId="{42AAE607-7A1F-4393-AACF-3ACB5ECBAB5D}" srcOrd="0" destOrd="0" presId="urn:microsoft.com/office/officeart/2016/7/layout/LinearBlockProcessNumbered"/>
    <dgm:cxn modelId="{DE321908-B13F-437E-A59D-E18258DDD36B}" type="presOf" srcId="{C7F3D31D-765C-47DF-9811-132A686BF9E6}" destId="{6B18F586-9DF3-47D0-8C2A-691A55AA0EEC}" srcOrd="0" destOrd="2" presId="urn:microsoft.com/office/officeart/2016/7/layout/LinearBlockProcessNumbered"/>
    <dgm:cxn modelId="{18B94D0B-8A03-43A4-A392-344FBE579FE7}" srcId="{B99E9EF5-9F55-428D-8E70-593326DF6866}" destId="{265CBAF8-3614-4DC0-9DD6-C1894002EF64}" srcOrd="1" destOrd="0" parTransId="{DD0C3C6F-111C-4930-8CB2-CFD861B5BCDD}" sibTransId="{0D47914B-6229-445C-9CE5-DE82BA03397D}"/>
    <dgm:cxn modelId="{A6791012-8113-4E71-AD08-4A41AEC95481}" srcId="{69A4D807-0A16-44B9-AAA4-618935FF9F47}" destId="{E2333848-1D41-4EBD-A6C2-1BCC29E3ED0F}" srcOrd="2" destOrd="0" parTransId="{D5C6392A-3BA8-4B4E-94DF-ADAB690D0EAE}" sibTransId="{5F59ABF6-92CA-45ED-B603-7C6E4E830823}"/>
    <dgm:cxn modelId="{5C0E7513-320D-40E9-B79B-4E344BECC8E9}" type="presOf" srcId="{265CBAF8-3614-4DC0-9DD6-C1894002EF64}" destId="{17A7A633-CC76-4B75-8F3C-3885AC1B78AC}" srcOrd="0" destOrd="0" presId="urn:microsoft.com/office/officeart/2016/7/layout/LinearBlockProcessNumbered"/>
    <dgm:cxn modelId="{1F111818-005C-4F40-A56D-67D91F79E817}" type="presOf" srcId="{69A4D807-0A16-44B9-AAA4-618935FF9F47}" destId="{6B18F586-9DF3-47D0-8C2A-691A55AA0EEC}" srcOrd="1" destOrd="0" presId="urn:microsoft.com/office/officeart/2016/7/layout/LinearBlockProcessNumbered"/>
    <dgm:cxn modelId="{625D1620-09F8-4FE3-A288-1EE8D659F52D}" type="presOf" srcId="{B997FA6C-EDB9-4BBF-82EC-FD025B69A4CA}" destId="{99998902-0F37-46F2-ACD9-4E97343FB2B9}" srcOrd="0" destOrd="0" presId="urn:microsoft.com/office/officeart/2016/7/layout/LinearBlockProcessNumbered"/>
    <dgm:cxn modelId="{26DB8C24-CB01-4875-BB20-10D6C854677D}" type="presOf" srcId="{265CBAF8-3614-4DC0-9DD6-C1894002EF64}" destId="{22B4E8E9-C2E3-449A-BDB7-7C0ED14EE637}" srcOrd="1" destOrd="0" presId="urn:microsoft.com/office/officeart/2016/7/layout/LinearBlockProcessNumbered"/>
    <dgm:cxn modelId="{A1010131-0542-44C7-A9AC-93C4188592DD}" type="presOf" srcId="{69A4D807-0A16-44B9-AAA4-618935FF9F47}" destId="{94DA3C83-CCED-4E11-8E25-86A6204C18A2}" srcOrd="0" destOrd="0" presId="urn:microsoft.com/office/officeart/2016/7/layout/LinearBlockProcessNumbered"/>
    <dgm:cxn modelId="{12342434-EFCF-4599-9241-0A6C779527E4}" type="presOf" srcId="{C3CCFEA4-DCF8-47FB-9802-25D7D6509D73}" destId="{6B18F586-9DF3-47D0-8C2A-691A55AA0EEC}" srcOrd="0" destOrd="1" presId="urn:microsoft.com/office/officeart/2016/7/layout/LinearBlockProcessNumbered"/>
    <dgm:cxn modelId="{1EC4253A-586B-438D-9CDB-2A63A9BF4E7E}" type="presOf" srcId="{E2333848-1D41-4EBD-A6C2-1BCC29E3ED0F}" destId="{6B18F586-9DF3-47D0-8C2A-691A55AA0EEC}" srcOrd="0" destOrd="3" presId="urn:microsoft.com/office/officeart/2016/7/layout/LinearBlockProcessNumbered"/>
    <dgm:cxn modelId="{F4D7273A-1544-4ECD-9B5A-FA09AE07DFAD}" srcId="{265CBAF8-3614-4DC0-9DD6-C1894002EF64}" destId="{99B860DA-6C4D-4D54-835C-A9E983F28036}" srcOrd="1" destOrd="0" parTransId="{D9DFD367-8478-4A80-B1A2-8AA4F6D08EEF}" sibTransId="{C4A5B873-3414-4A98-896D-8258A6354D6F}"/>
    <dgm:cxn modelId="{092BDC40-83BB-424A-8EE6-A82779B02E08}" type="presOf" srcId="{55EC6DEB-5CC0-4672-B935-6CEAF48FF10B}" destId="{22B4E8E9-C2E3-449A-BDB7-7C0ED14EE637}" srcOrd="0" destOrd="1" presId="urn:microsoft.com/office/officeart/2016/7/layout/LinearBlockProcessNumbered"/>
    <dgm:cxn modelId="{5683CA5B-5684-491F-B5AC-A9CD7FF6E1D1}" srcId="{6AE76A9E-441D-4D0B-BFD0-A79E9CEDEC8D}" destId="{F7F0267F-0CAA-4C48-A2E9-C0F0EB697848}" srcOrd="1" destOrd="0" parTransId="{E34EB5F2-D8C0-4E80-9568-6806EB1060BD}" sibTransId="{A265CA4F-461C-4C06-A0E4-8699CD890189}"/>
    <dgm:cxn modelId="{73B79941-ED0C-4A93-881D-7099CA0A809F}" srcId="{265CBAF8-3614-4DC0-9DD6-C1894002EF64}" destId="{55EC6DEB-5CC0-4672-B935-6CEAF48FF10B}" srcOrd="0" destOrd="0" parTransId="{F9E449DC-2DDC-4F4D-84B3-725A12756D49}" sibTransId="{32776961-7F22-402F-BDBE-9183B2EFB248}"/>
    <dgm:cxn modelId="{B3ACF04A-DB32-4266-B677-BE25C6C27313}" type="presOf" srcId="{DAD38DEE-AFD7-4184-A17A-CFF485548B36}" destId="{C1662522-4C75-4AD7-9E7C-4FB08F0B785A}" srcOrd="0" destOrd="1" presId="urn:microsoft.com/office/officeart/2016/7/layout/LinearBlockProcessNumbered"/>
    <dgm:cxn modelId="{564CDD4C-A0EC-476F-9A91-4AB984C0AC1C}" type="presOf" srcId="{2479FD3E-F7C3-42B9-AD35-72F4E41C3C41}" destId="{22B4E8E9-C2E3-449A-BDB7-7C0ED14EE637}" srcOrd="0" destOrd="3" presId="urn:microsoft.com/office/officeart/2016/7/layout/LinearBlockProcessNumbered"/>
    <dgm:cxn modelId="{F6C8667D-D205-4CC7-BB76-30D161744AC0}" srcId="{6AE76A9E-441D-4D0B-BFD0-A79E9CEDEC8D}" destId="{20D60874-B2BE-4196-BE1E-0A5AA52E5CAA}" srcOrd="2" destOrd="0" parTransId="{C7B59D65-CF4B-4DA6-AA6E-A34B4F0C1684}" sibTransId="{E2345D67-5636-436C-ABE8-0BF0AD11157C}"/>
    <dgm:cxn modelId="{29C1617E-A100-4FDE-9EDF-B6B8F8365960}" type="presOf" srcId="{6AE76A9E-441D-4D0B-BFD0-A79E9CEDEC8D}" destId="{C1662522-4C75-4AD7-9E7C-4FB08F0B785A}" srcOrd="1" destOrd="0" presId="urn:microsoft.com/office/officeart/2016/7/layout/LinearBlockProcessNumbered"/>
    <dgm:cxn modelId="{9E779083-41A3-470F-972B-D0CA7011145C}" type="presOf" srcId="{B99E9EF5-9F55-428D-8E70-593326DF6866}" destId="{00FDC5BC-2B77-4EAD-B2B6-76C8A86D645E}" srcOrd="0" destOrd="0" presId="urn:microsoft.com/office/officeart/2016/7/layout/LinearBlockProcessNumbered"/>
    <dgm:cxn modelId="{6DF9BA9B-5966-4E0E-8ACB-639057DCEDD2}" srcId="{69A4D807-0A16-44B9-AAA4-618935FF9F47}" destId="{C3CCFEA4-DCF8-47FB-9802-25D7D6509D73}" srcOrd="0" destOrd="0" parTransId="{4FC5A695-F201-483A-BC78-FC7653A3B14C}" sibTransId="{EC806DA3-0B3F-466A-938A-24ABC43EDB20}"/>
    <dgm:cxn modelId="{394927A5-841F-4F51-9074-70971E400F07}" type="presOf" srcId="{7B5D3666-AB3E-4230-A085-974994947F04}" destId="{C1662522-4C75-4AD7-9E7C-4FB08F0B785A}" srcOrd="0" destOrd="4" presId="urn:microsoft.com/office/officeart/2016/7/layout/LinearBlockProcessNumbered"/>
    <dgm:cxn modelId="{5C9F79BA-1B50-43E2-AC4F-0F21E926C755}" type="presOf" srcId="{99B860DA-6C4D-4D54-835C-A9E983F28036}" destId="{22B4E8E9-C2E3-449A-BDB7-7C0ED14EE637}" srcOrd="0" destOrd="2" presId="urn:microsoft.com/office/officeart/2016/7/layout/LinearBlockProcessNumbered"/>
    <dgm:cxn modelId="{3528B8D2-0879-424F-A647-AC6033438383}" type="presOf" srcId="{0D47914B-6229-445C-9CE5-DE82BA03397D}" destId="{3788920B-16BD-4E9A-8B76-30C89E112DF1}" srcOrd="0" destOrd="0" presId="urn:microsoft.com/office/officeart/2016/7/layout/LinearBlockProcessNumbered"/>
    <dgm:cxn modelId="{70A43AD9-A517-432A-98FF-D9DFB671E6BB}" type="presOf" srcId="{20D60874-B2BE-4196-BE1E-0A5AA52E5CAA}" destId="{C1662522-4C75-4AD7-9E7C-4FB08F0B785A}" srcOrd="0" destOrd="3" presId="urn:microsoft.com/office/officeart/2016/7/layout/LinearBlockProcessNumbered"/>
    <dgm:cxn modelId="{3ED034DE-16C7-4BC1-BC97-A5D7E36EDA67}" type="presOf" srcId="{FFEF14F1-C58B-4095-B064-8EB615CFEF07}" destId="{1E456AE6-8E03-4178-9A3E-2BD508236B1B}" srcOrd="0" destOrd="0" presId="urn:microsoft.com/office/officeart/2016/7/layout/LinearBlockProcessNumbered"/>
    <dgm:cxn modelId="{67C0ACE3-A026-4101-AD78-B6B574A08FF4}" srcId="{B99E9EF5-9F55-428D-8E70-593326DF6866}" destId="{6AE76A9E-441D-4D0B-BFD0-A79E9CEDEC8D}" srcOrd="2" destOrd="0" parTransId="{940DA874-C505-4019-9012-3DFA6CCC6E90}" sibTransId="{FFEF14F1-C58B-4095-B064-8EB615CFEF07}"/>
    <dgm:cxn modelId="{C455F1E8-BE98-4C39-BB64-CB914956A133}" type="presOf" srcId="{F7F0267F-0CAA-4C48-A2E9-C0F0EB697848}" destId="{C1662522-4C75-4AD7-9E7C-4FB08F0B785A}" srcOrd="0" destOrd="2" presId="urn:microsoft.com/office/officeart/2016/7/layout/LinearBlockProcessNumbered"/>
    <dgm:cxn modelId="{B8E84AE9-806D-4EDD-8B3D-D4122CA45F8C}" srcId="{265CBAF8-3614-4DC0-9DD6-C1894002EF64}" destId="{2479FD3E-F7C3-42B9-AD35-72F4E41C3C41}" srcOrd="2" destOrd="0" parTransId="{8FB024A0-3215-4495-93E0-4C9A9B43BF78}" sibTransId="{74C74AF8-B1E9-4A79-AD91-0A4F52CD2EA7}"/>
    <dgm:cxn modelId="{D73673F3-CB36-4418-8F98-77A4360209C7}" srcId="{6AE76A9E-441D-4D0B-BFD0-A79E9CEDEC8D}" destId="{DAD38DEE-AFD7-4184-A17A-CFF485548B36}" srcOrd="0" destOrd="0" parTransId="{859200B9-DBAA-4260-9C95-48A321D5AF47}" sibTransId="{C62932CA-6518-4557-B129-B030E38B20D9}"/>
    <dgm:cxn modelId="{32A8DFF3-3B6F-4D1B-8D4B-7C1BAFA6DC88}" srcId="{69A4D807-0A16-44B9-AAA4-618935FF9F47}" destId="{C7F3D31D-765C-47DF-9811-132A686BF9E6}" srcOrd="1" destOrd="0" parTransId="{A99C445A-B9D1-4DCA-819D-1C5C0FD7E4E6}" sibTransId="{931EB8C8-7FE3-43B4-81D5-C8DB3887A205}"/>
    <dgm:cxn modelId="{2C895BF7-8C7A-4A4A-9967-AF3830091D23}" srcId="{6AE76A9E-441D-4D0B-BFD0-A79E9CEDEC8D}" destId="{7B5D3666-AB3E-4230-A085-974994947F04}" srcOrd="3" destOrd="0" parTransId="{8284F8A1-AE78-45C5-83B1-4137FC9CC8BF}" sibTransId="{75EBBDF9-A053-4EE3-8E1F-2517A1903E47}"/>
    <dgm:cxn modelId="{97093393-D4A8-4E5B-AEC3-C254FCB5F839}" type="presParOf" srcId="{00FDC5BC-2B77-4EAD-B2B6-76C8A86D645E}" destId="{1B87CB87-3392-47A1-9D4E-69982113B8A0}" srcOrd="0" destOrd="0" presId="urn:microsoft.com/office/officeart/2016/7/layout/LinearBlockProcessNumbered"/>
    <dgm:cxn modelId="{32F07815-C8BE-4753-86F5-EA57BC6259E9}" type="presParOf" srcId="{1B87CB87-3392-47A1-9D4E-69982113B8A0}" destId="{94DA3C83-CCED-4E11-8E25-86A6204C18A2}" srcOrd="0" destOrd="0" presId="urn:microsoft.com/office/officeart/2016/7/layout/LinearBlockProcessNumbered"/>
    <dgm:cxn modelId="{A87BED06-8016-45D6-A4D7-8A0E02F36650}" type="presParOf" srcId="{1B87CB87-3392-47A1-9D4E-69982113B8A0}" destId="{99998902-0F37-46F2-ACD9-4E97343FB2B9}" srcOrd="1" destOrd="0" presId="urn:microsoft.com/office/officeart/2016/7/layout/LinearBlockProcessNumbered"/>
    <dgm:cxn modelId="{70952F71-B287-4B8D-A138-40D35A2C202C}" type="presParOf" srcId="{1B87CB87-3392-47A1-9D4E-69982113B8A0}" destId="{6B18F586-9DF3-47D0-8C2A-691A55AA0EEC}" srcOrd="2" destOrd="0" presId="urn:microsoft.com/office/officeart/2016/7/layout/LinearBlockProcessNumbered"/>
    <dgm:cxn modelId="{01B3A55C-AC2F-4F3D-B543-0EC0BFFDFE77}" type="presParOf" srcId="{00FDC5BC-2B77-4EAD-B2B6-76C8A86D645E}" destId="{433B3C57-0B3C-4C78-80EC-7DBC2D74500B}" srcOrd="1" destOrd="0" presId="urn:microsoft.com/office/officeart/2016/7/layout/LinearBlockProcessNumbered"/>
    <dgm:cxn modelId="{3004EE54-E325-4871-909E-74B5F6A139E7}" type="presParOf" srcId="{00FDC5BC-2B77-4EAD-B2B6-76C8A86D645E}" destId="{C8C20686-8839-4BE2-8E67-E5EEAC1288FC}" srcOrd="2" destOrd="0" presId="urn:microsoft.com/office/officeart/2016/7/layout/LinearBlockProcessNumbered"/>
    <dgm:cxn modelId="{496245DF-3EFB-4CA2-B4EF-A75F514DB224}" type="presParOf" srcId="{C8C20686-8839-4BE2-8E67-E5EEAC1288FC}" destId="{17A7A633-CC76-4B75-8F3C-3885AC1B78AC}" srcOrd="0" destOrd="0" presId="urn:microsoft.com/office/officeart/2016/7/layout/LinearBlockProcessNumbered"/>
    <dgm:cxn modelId="{A7ADBE6C-B517-4F45-AC6D-E891BD49E4DF}" type="presParOf" srcId="{C8C20686-8839-4BE2-8E67-E5EEAC1288FC}" destId="{3788920B-16BD-4E9A-8B76-30C89E112DF1}" srcOrd="1" destOrd="0" presId="urn:microsoft.com/office/officeart/2016/7/layout/LinearBlockProcessNumbered"/>
    <dgm:cxn modelId="{C0D4A09F-3A1A-47B2-9CF7-408F177B9ACE}" type="presParOf" srcId="{C8C20686-8839-4BE2-8E67-E5EEAC1288FC}" destId="{22B4E8E9-C2E3-449A-BDB7-7C0ED14EE637}" srcOrd="2" destOrd="0" presId="urn:microsoft.com/office/officeart/2016/7/layout/LinearBlockProcessNumbered"/>
    <dgm:cxn modelId="{FCC4567B-09DF-4E58-BA40-8EE35361C554}" type="presParOf" srcId="{00FDC5BC-2B77-4EAD-B2B6-76C8A86D645E}" destId="{D3550E46-F3C9-4EF5-A26E-DC8A38DDBB23}" srcOrd="3" destOrd="0" presId="urn:microsoft.com/office/officeart/2016/7/layout/LinearBlockProcessNumbered"/>
    <dgm:cxn modelId="{85C99C2F-B630-42FF-93FB-63FA8CC384E6}" type="presParOf" srcId="{00FDC5BC-2B77-4EAD-B2B6-76C8A86D645E}" destId="{1C98C419-973C-44B7-836E-F424963D7189}" srcOrd="4" destOrd="0" presId="urn:microsoft.com/office/officeart/2016/7/layout/LinearBlockProcessNumbered"/>
    <dgm:cxn modelId="{A406688E-C0EF-4FF4-AE88-C62923A617DD}" type="presParOf" srcId="{1C98C419-973C-44B7-836E-F424963D7189}" destId="{42AAE607-7A1F-4393-AACF-3ACB5ECBAB5D}" srcOrd="0" destOrd="0" presId="urn:microsoft.com/office/officeart/2016/7/layout/LinearBlockProcessNumbered"/>
    <dgm:cxn modelId="{F1CFA864-2DE6-4B78-8AF5-228847843488}" type="presParOf" srcId="{1C98C419-973C-44B7-836E-F424963D7189}" destId="{1E456AE6-8E03-4178-9A3E-2BD508236B1B}" srcOrd="1" destOrd="0" presId="urn:microsoft.com/office/officeart/2016/7/layout/LinearBlockProcessNumbered"/>
    <dgm:cxn modelId="{2AE12C62-9C4D-43AC-98B1-CC4A26968955}" type="presParOf" srcId="{1C98C419-973C-44B7-836E-F424963D7189}" destId="{C1662522-4C75-4AD7-9E7C-4FB08F0B785A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551488C-3A5A-4F6A-9C68-9230938ABB1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F4BC97EA-268F-48CE-9096-0ACDCB5CC026}">
      <dgm:prSet/>
      <dgm:spPr/>
      <dgm:t>
        <a:bodyPr/>
        <a:lstStyle/>
        <a:p>
          <a:r>
            <a:rPr lang="en-US"/>
            <a:t>Expense Reminders</a:t>
          </a:r>
        </a:p>
      </dgm:t>
    </dgm:pt>
    <dgm:pt modelId="{69641147-DB47-4F46-8745-28F0DA9A6A3E}" type="parTrans" cxnId="{808847B9-40E6-4BFE-B04D-D4A1862A0376}">
      <dgm:prSet/>
      <dgm:spPr/>
      <dgm:t>
        <a:bodyPr/>
        <a:lstStyle/>
        <a:p>
          <a:endParaRPr lang="en-US"/>
        </a:p>
      </dgm:t>
    </dgm:pt>
    <dgm:pt modelId="{AF83CA50-4167-4879-AFDB-56BAA13555C2}" type="sibTrans" cxnId="{808847B9-40E6-4BFE-B04D-D4A1862A0376}">
      <dgm:prSet/>
      <dgm:spPr/>
      <dgm:t>
        <a:bodyPr/>
        <a:lstStyle/>
        <a:p>
          <a:endParaRPr lang="en-US"/>
        </a:p>
      </dgm:t>
    </dgm:pt>
    <dgm:pt modelId="{E07AFCBB-9D73-478B-BF31-1E0892200AD2}">
      <dgm:prSet/>
      <dgm:spPr/>
      <dgm:t>
        <a:bodyPr/>
        <a:lstStyle/>
        <a:p>
          <a:r>
            <a:rPr lang="en-US"/>
            <a:t>Advanced Budgeting Tools</a:t>
          </a:r>
        </a:p>
      </dgm:t>
    </dgm:pt>
    <dgm:pt modelId="{9A812E6F-8E4C-462E-BBFF-1465FC515753}" type="parTrans" cxnId="{0691796F-C454-4B1B-8F29-661F3EAA879D}">
      <dgm:prSet/>
      <dgm:spPr/>
      <dgm:t>
        <a:bodyPr/>
        <a:lstStyle/>
        <a:p>
          <a:endParaRPr lang="en-US"/>
        </a:p>
      </dgm:t>
    </dgm:pt>
    <dgm:pt modelId="{35D26D63-9126-444C-9B3F-CD376E646391}" type="sibTrans" cxnId="{0691796F-C454-4B1B-8F29-661F3EAA879D}">
      <dgm:prSet/>
      <dgm:spPr/>
      <dgm:t>
        <a:bodyPr/>
        <a:lstStyle/>
        <a:p>
          <a:endParaRPr lang="en-US"/>
        </a:p>
      </dgm:t>
    </dgm:pt>
    <dgm:pt modelId="{7AC8DD3D-7441-49D6-97D7-6AAE795371D4}">
      <dgm:prSet/>
      <dgm:spPr/>
      <dgm:t>
        <a:bodyPr/>
        <a:lstStyle/>
        <a:p>
          <a:r>
            <a:rPr lang="en-US"/>
            <a:t>Integration with Financial Institutions</a:t>
          </a:r>
        </a:p>
      </dgm:t>
    </dgm:pt>
    <dgm:pt modelId="{AA4E9194-E9B2-455B-BC61-ACECD8E5CDBE}" type="parTrans" cxnId="{69C43FC8-853F-4EF4-894E-61219BD46766}">
      <dgm:prSet/>
      <dgm:spPr/>
      <dgm:t>
        <a:bodyPr/>
        <a:lstStyle/>
        <a:p>
          <a:endParaRPr lang="en-US"/>
        </a:p>
      </dgm:t>
    </dgm:pt>
    <dgm:pt modelId="{D98D5F9D-6AFC-4DCE-A681-6F24D4040504}" type="sibTrans" cxnId="{69C43FC8-853F-4EF4-894E-61219BD46766}">
      <dgm:prSet/>
      <dgm:spPr/>
      <dgm:t>
        <a:bodyPr/>
        <a:lstStyle/>
        <a:p>
          <a:endParaRPr lang="en-US"/>
        </a:p>
      </dgm:t>
    </dgm:pt>
    <dgm:pt modelId="{63A1D64D-49A3-4814-A937-751083AD6281}">
      <dgm:prSet/>
      <dgm:spPr/>
      <dgm:t>
        <a:bodyPr/>
        <a:lstStyle/>
        <a:p>
          <a:r>
            <a:rPr lang="en-US"/>
            <a:t>Investment Tracking</a:t>
          </a:r>
        </a:p>
      </dgm:t>
    </dgm:pt>
    <dgm:pt modelId="{52CBCDA7-BE45-4450-AE86-28B4C52553F9}" type="parTrans" cxnId="{41811963-998E-41D2-BF70-4B11A56E7A58}">
      <dgm:prSet/>
      <dgm:spPr/>
      <dgm:t>
        <a:bodyPr/>
        <a:lstStyle/>
        <a:p>
          <a:endParaRPr lang="en-US"/>
        </a:p>
      </dgm:t>
    </dgm:pt>
    <dgm:pt modelId="{7A4B6E7E-DFD9-4851-AFF7-B885A6CEC939}" type="sibTrans" cxnId="{41811963-998E-41D2-BF70-4B11A56E7A58}">
      <dgm:prSet/>
      <dgm:spPr/>
      <dgm:t>
        <a:bodyPr/>
        <a:lstStyle/>
        <a:p>
          <a:endParaRPr lang="en-US"/>
        </a:p>
      </dgm:t>
    </dgm:pt>
    <dgm:pt modelId="{4E4772B5-4FB4-4013-ACB7-5D04BF0BDD98}">
      <dgm:prSet/>
      <dgm:spPr/>
      <dgm:t>
        <a:bodyPr/>
        <a:lstStyle/>
        <a:p>
          <a:r>
            <a:rPr lang="en-US"/>
            <a:t>Enhanced Security</a:t>
          </a:r>
        </a:p>
      </dgm:t>
    </dgm:pt>
    <dgm:pt modelId="{9EBFA73A-3E75-481F-9488-405D1B6F2AA8}" type="parTrans" cxnId="{7CC75F0F-804A-45DA-9D09-4D491D76938D}">
      <dgm:prSet/>
      <dgm:spPr/>
      <dgm:t>
        <a:bodyPr/>
        <a:lstStyle/>
        <a:p>
          <a:endParaRPr lang="en-US"/>
        </a:p>
      </dgm:t>
    </dgm:pt>
    <dgm:pt modelId="{D0969DEB-E6C1-426E-AD97-E25EF03B0CB9}" type="sibTrans" cxnId="{7CC75F0F-804A-45DA-9D09-4D491D76938D}">
      <dgm:prSet/>
      <dgm:spPr/>
      <dgm:t>
        <a:bodyPr/>
        <a:lstStyle/>
        <a:p>
          <a:endParaRPr lang="en-US"/>
        </a:p>
      </dgm:t>
    </dgm:pt>
    <dgm:pt modelId="{DC5AD81D-D436-42FF-A29F-3F9E834B5AF2}">
      <dgm:prSet/>
      <dgm:spPr/>
      <dgm:t>
        <a:bodyPr/>
        <a:lstStyle/>
        <a:p>
          <a:r>
            <a:rPr lang="en-US"/>
            <a:t>Uder Feedback and Integeration</a:t>
          </a:r>
        </a:p>
      </dgm:t>
    </dgm:pt>
    <dgm:pt modelId="{7E3D75E8-7BCA-41BF-A4E0-004FDE25BCC5}" type="parTrans" cxnId="{8A98894D-85DA-48D6-A47C-39322E70A29D}">
      <dgm:prSet/>
      <dgm:spPr/>
      <dgm:t>
        <a:bodyPr/>
        <a:lstStyle/>
        <a:p>
          <a:endParaRPr lang="en-US"/>
        </a:p>
      </dgm:t>
    </dgm:pt>
    <dgm:pt modelId="{9F87A3C5-1F57-487C-A898-3391BFDDC04E}" type="sibTrans" cxnId="{8A98894D-85DA-48D6-A47C-39322E70A29D}">
      <dgm:prSet/>
      <dgm:spPr/>
      <dgm:t>
        <a:bodyPr/>
        <a:lstStyle/>
        <a:p>
          <a:endParaRPr lang="en-US"/>
        </a:p>
      </dgm:t>
    </dgm:pt>
    <dgm:pt modelId="{92CBB06A-AA57-4A8F-819C-151B85159EDF}" type="pres">
      <dgm:prSet presAssocID="{D551488C-3A5A-4F6A-9C68-9230938ABB10}" presName="root" presStyleCnt="0">
        <dgm:presLayoutVars>
          <dgm:dir/>
          <dgm:resizeHandles val="exact"/>
        </dgm:presLayoutVars>
      </dgm:prSet>
      <dgm:spPr/>
    </dgm:pt>
    <dgm:pt modelId="{690D8953-D722-432A-A9EC-E356B8AFA429}" type="pres">
      <dgm:prSet presAssocID="{F4BC97EA-268F-48CE-9096-0ACDCB5CC026}" presName="compNode" presStyleCnt="0"/>
      <dgm:spPr/>
    </dgm:pt>
    <dgm:pt modelId="{A1BCE842-FA33-40EF-96FC-7E79494FB1E8}" type="pres">
      <dgm:prSet presAssocID="{F4BC97EA-268F-48CE-9096-0ACDCB5CC026}" presName="bgRect" presStyleLbl="bgShp" presStyleIdx="0" presStyleCnt="6"/>
      <dgm:spPr/>
    </dgm:pt>
    <dgm:pt modelId="{8D15CC40-B58E-492F-B7C9-DA544F6F13DF}" type="pres">
      <dgm:prSet presAssocID="{F4BC97EA-268F-48CE-9096-0ACDCB5CC026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D85945AD-B4DA-408D-A640-232809E93803}" type="pres">
      <dgm:prSet presAssocID="{F4BC97EA-268F-48CE-9096-0ACDCB5CC026}" presName="spaceRect" presStyleCnt="0"/>
      <dgm:spPr/>
    </dgm:pt>
    <dgm:pt modelId="{D12A4C25-6B0E-4C01-B35F-322952D689E3}" type="pres">
      <dgm:prSet presAssocID="{F4BC97EA-268F-48CE-9096-0ACDCB5CC026}" presName="parTx" presStyleLbl="revTx" presStyleIdx="0" presStyleCnt="6">
        <dgm:presLayoutVars>
          <dgm:chMax val="0"/>
          <dgm:chPref val="0"/>
        </dgm:presLayoutVars>
      </dgm:prSet>
      <dgm:spPr/>
    </dgm:pt>
    <dgm:pt modelId="{F0680865-CE26-4816-B5BA-34B775F1804E}" type="pres">
      <dgm:prSet presAssocID="{AF83CA50-4167-4879-AFDB-56BAA13555C2}" presName="sibTrans" presStyleCnt="0"/>
      <dgm:spPr/>
    </dgm:pt>
    <dgm:pt modelId="{8A402E96-A82F-4E83-9282-9DA2373DE200}" type="pres">
      <dgm:prSet presAssocID="{E07AFCBB-9D73-478B-BF31-1E0892200AD2}" presName="compNode" presStyleCnt="0"/>
      <dgm:spPr/>
    </dgm:pt>
    <dgm:pt modelId="{7F718FC9-5941-4EAE-AACD-3F0A447EAC4E}" type="pres">
      <dgm:prSet presAssocID="{E07AFCBB-9D73-478B-BF31-1E0892200AD2}" presName="bgRect" presStyleLbl="bgShp" presStyleIdx="1" presStyleCnt="6"/>
      <dgm:spPr/>
    </dgm:pt>
    <dgm:pt modelId="{9A44E008-6E0E-496F-B79D-B904E8020624}" type="pres">
      <dgm:prSet presAssocID="{E07AFCBB-9D73-478B-BF31-1E0892200AD2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982AD3D7-BD94-4FB4-892C-4731CFAF8F2E}" type="pres">
      <dgm:prSet presAssocID="{E07AFCBB-9D73-478B-BF31-1E0892200AD2}" presName="spaceRect" presStyleCnt="0"/>
      <dgm:spPr/>
    </dgm:pt>
    <dgm:pt modelId="{917AFE63-B960-454D-BDC5-08B5655EC538}" type="pres">
      <dgm:prSet presAssocID="{E07AFCBB-9D73-478B-BF31-1E0892200AD2}" presName="parTx" presStyleLbl="revTx" presStyleIdx="1" presStyleCnt="6">
        <dgm:presLayoutVars>
          <dgm:chMax val="0"/>
          <dgm:chPref val="0"/>
        </dgm:presLayoutVars>
      </dgm:prSet>
      <dgm:spPr/>
    </dgm:pt>
    <dgm:pt modelId="{8D184848-17F7-427C-AB04-FFFD76F876CB}" type="pres">
      <dgm:prSet presAssocID="{35D26D63-9126-444C-9B3F-CD376E646391}" presName="sibTrans" presStyleCnt="0"/>
      <dgm:spPr/>
    </dgm:pt>
    <dgm:pt modelId="{084EB58D-48B3-4F63-BAF3-B319C0A2DB8A}" type="pres">
      <dgm:prSet presAssocID="{7AC8DD3D-7441-49D6-97D7-6AAE795371D4}" presName="compNode" presStyleCnt="0"/>
      <dgm:spPr/>
    </dgm:pt>
    <dgm:pt modelId="{A61F08A7-D5A9-44C6-B6FB-40278F8D5678}" type="pres">
      <dgm:prSet presAssocID="{7AC8DD3D-7441-49D6-97D7-6AAE795371D4}" presName="bgRect" presStyleLbl="bgShp" presStyleIdx="2" presStyleCnt="6"/>
      <dgm:spPr/>
    </dgm:pt>
    <dgm:pt modelId="{B2D851F5-038F-49C3-8357-8EA582E14B30}" type="pres">
      <dgm:prSet presAssocID="{7AC8DD3D-7441-49D6-97D7-6AAE795371D4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2313E708-F791-4299-AFCA-C2C7DF742A1B}" type="pres">
      <dgm:prSet presAssocID="{7AC8DD3D-7441-49D6-97D7-6AAE795371D4}" presName="spaceRect" presStyleCnt="0"/>
      <dgm:spPr/>
    </dgm:pt>
    <dgm:pt modelId="{AE4D934F-7AF5-416A-9B91-97BAF8961D46}" type="pres">
      <dgm:prSet presAssocID="{7AC8DD3D-7441-49D6-97D7-6AAE795371D4}" presName="parTx" presStyleLbl="revTx" presStyleIdx="2" presStyleCnt="6">
        <dgm:presLayoutVars>
          <dgm:chMax val="0"/>
          <dgm:chPref val="0"/>
        </dgm:presLayoutVars>
      </dgm:prSet>
      <dgm:spPr/>
    </dgm:pt>
    <dgm:pt modelId="{8082B6A5-4214-43FC-8F9A-F190CF9C6E80}" type="pres">
      <dgm:prSet presAssocID="{D98D5F9D-6AFC-4DCE-A681-6F24D4040504}" presName="sibTrans" presStyleCnt="0"/>
      <dgm:spPr/>
    </dgm:pt>
    <dgm:pt modelId="{3B2E3401-3792-423B-A44D-BC92CA58BB62}" type="pres">
      <dgm:prSet presAssocID="{63A1D64D-49A3-4814-A937-751083AD6281}" presName="compNode" presStyleCnt="0"/>
      <dgm:spPr/>
    </dgm:pt>
    <dgm:pt modelId="{ED2931DB-2AFE-4B07-A7A6-A4C2A6C71268}" type="pres">
      <dgm:prSet presAssocID="{63A1D64D-49A3-4814-A937-751083AD6281}" presName="bgRect" presStyleLbl="bgShp" presStyleIdx="3" presStyleCnt="6"/>
      <dgm:spPr/>
    </dgm:pt>
    <dgm:pt modelId="{6A0ADE6E-0A3C-4C3C-A927-BB786DC9C78B}" type="pres">
      <dgm:prSet presAssocID="{63A1D64D-49A3-4814-A937-751083AD6281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BB2EBA30-D56C-4FA8-A2EA-2C65D496F88F}" type="pres">
      <dgm:prSet presAssocID="{63A1D64D-49A3-4814-A937-751083AD6281}" presName="spaceRect" presStyleCnt="0"/>
      <dgm:spPr/>
    </dgm:pt>
    <dgm:pt modelId="{248BB5E1-3CA4-4973-81DF-C89A28EB89FB}" type="pres">
      <dgm:prSet presAssocID="{63A1D64D-49A3-4814-A937-751083AD6281}" presName="parTx" presStyleLbl="revTx" presStyleIdx="3" presStyleCnt="6">
        <dgm:presLayoutVars>
          <dgm:chMax val="0"/>
          <dgm:chPref val="0"/>
        </dgm:presLayoutVars>
      </dgm:prSet>
      <dgm:spPr/>
    </dgm:pt>
    <dgm:pt modelId="{FFC77326-F9E7-4479-BEB5-DA2517477326}" type="pres">
      <dgm:prSet presAssocID="{7A4B6E7E-DFD9-4851-AFF7-B885A6CEC939}" presName="sibTrans" presStyleCnt="0"/>
      <dgm:spPr/>
    </dgm:pt>
    <dgm:pt modelId="{3090CB39-74BE-423A-A3BF-DC65D49F4D7D}" type="pres">
      <dgm:prSet presAssocID="{4E4772B5-4FB4-4013-ACB7-5D04BF0BDD98}" presName="compNode" presStyleCnt="0"/>
      <dgm:spPr/>
    </dgm:pt>
    <dgm:pt modelId="{CBE29DED-4BB1-4CF9-8BBF-0DB991351DF4}" type="pres">
      <dgm:prSet presAssocID="{4E4772B5-4FB4-4013-ACB7-5D04BF0BDD98}" presName="bgRect" presStyleLbl="bgShp" presStyleIdx="4" presStyleCnt="6"/>
      <dgm:spPr/>
    </dgm:pt>
    <dgm:pt modelId="{2B3FAA33-221B-4C1C-82C5-3B099376D7FE}" type="pres">
      <dgm:prSet presAssocID="{4E4772B5-4FB4-4013-ACB7-5D04BF0BDD98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C48A2F09-48A4-49F3-99A8-9BBE5D1D001F}" type="pres">
      <dgm:prSet presAssocID="{4E4772B5-4FB4-4013-ACB7-5D04BF0BDD98}" presName="spaceRect" presStyleCnt="0"/>
      <dgm:spPr/>
    </dgm:pt>
    <dgm:pt modelId="{65FE75FC-2614-4045-AEA7-DECCA0194595}" type="pres">
      <dgm:prSet presAssocID="{4E4772B5-4FB4-4013-ACB7-5D04BF0BDD98}" presName="parTx" presStyleLbl="revTx" presStyleIdx="4" presStyleCnt="6">
        <dgm:presLayoutVars>
          <dgm:chMax val="0"/>
          <dgm:chPref val="0"/>
        </dgm:presLayoutVars>
      </dgm:prSet>
      <dgm:spPr/>
    </dgm:pt>
    <dgm:pt modelId="{E007D14A-0480-4883-A23F-B3D485C982B5}" type="pres">
      <dgm:prSet presAssocID="{D0969DEB-E6C1-426E-AD97-E25EF03B0CB9}" presName="sibTrans" presStyleCnt="0"/>
      <dgm:spPr/>
    </dgm:pt>
    <dgm:pt modelId="{55759710-EA0D-43B8-B154-90E00B27F399}" type="pres">
      <dgm:prSet presAssocID="{DC5AD81D-D436-42FF-A29F-3F9E834B5AF2}" presName="compNode" presStyleCnt="0"/>
      <dgm:spPr/>
    </dgm:pt>
    <dgm:pt modelId="{63B1E8D9-121E-48C8-95D4-7BAB85CFB7D5}" type="pres">
      <dgm:prSet presAssocID="{DC5AD81D-D436-42FF-A29F-3F9E834B5AF2}" presName="bgRect" presStyleLbl="bgShp" presStyleIdx="5" presStyleCnt="6"/>
      <dgm:spPr/>
    </dgm:pt>
    <dgm:pt modelId="{D8C59929-A6B5-4A4C-9E34-444DD777F414}" type="pres">
      <dgm:prSet presAssocID="{DC5AD81D-D436-42FF-A29F-3F9E834B5AF2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FB2D46D6-C885-4254-A892-E3F8B9C234C4}" type="pres">
      <dgm:prSet presAssocID="{DC5AD81D-D436-42FF-A29F-3F9E834B5AF2}" presName="spaceRect" presStyleCnt="0"/>
      <dgm:spPr/>
    </dgm:pt>
    <dgm:pt modelId="{9EA7177B-9B64-493C-89A2-F9E35AAD495B}" type="pres">
      <dgm:prSet presAssocID="{DC5AD81D-D436-42FF-A29F-3F9E834B5AF2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7CC75F0F-804A-45DA-9D09-4D491D76938D}" srcId="{D551488C-3A5A-4F6A-9C68-9230938ABB10}" destId="{4E4772B5-4FB4-4013-ACB7-5D04BF0BDD98}" srcOrd="4" destOrd="0" parTransId="{9EBFA73A-3E75-481F-9488-405D1B6F2AA8}" sibTransId="{D0969DEB-E6C1-426E-AD97-E25EF03B0CB9}"/>
    <dgm:cxn modelId="{0C65AF2A-6415-4434-8486-55053FC37E16}" type="presOf" srcId="{4E4772B5-4FB4-4013-ACB7-5D04BF0BDD98}" destId="{65FE75FC-2614-4045-AEA7-DECCA0194595}" srcOrd="0" destOrd="0" presId="urn:microsoft.com/office/officeart/2018/2/layout/IconVerticalSolidList"/>
    <dgm:cxn modelId="{41811963-998E-41D2-BF70-4B11A56E7A58}" srcId="{D551488C-3A5A-4F6A-9C68-9230938ABB10}" destId="{63A1D64D-49A3-4814-A937-751083AD6281}" srcOrd="3" destOrd="0" parTransId="{52CBCDA7-BE45-4450-AE86-28B4C52553F9}" sibTransId="{7A4B6E7E-DFD9-4851-AFF7-B885A6CEC939}"/>
    <dgm:cxn modelId="{30F63D67-50DC-49C4-818F-58670AFC2D38}" type="presOf" srcId="{7AC8DD3D-7441-49D6-97D7-6AAE795371D4}" destId="{AE4D934F-7AF5-416A-9B91-97BAF8961D46}" srcOrd="0" destOrd="0" presId="urn:microsoft.com/office/officeart/2018/2/layout/IconVerticalSolidList"/>
    <dgm:cxn modelId="{8A98894D-85DA-48D6-A47C-39322E70A29D}" srcId="{D551488C-3A5A-4F6A-9C68-9230938ABB10}" destId="{DC5AD81D-D436-42FF-A29F-3F9E834B5AF2}" srcOrd="5" destOrd="0" parTransId="{7E3D75E8-7BCA-41BF-A4E0-004FDE25BCC5}" sibTransId="{9F87A3C5-1F57-487C-A898-3391BFDDC04E}"/>
    <dgm:cxn modelId="{0691796F-C454-4B1B-8F29-661F3EAA879D}" srcId="{D551488C-3A5A-4F6A-9C68-9230938ABB10}" destId="{E07AFCBB-9D73-478B-BF31-1E0892200AD2}" srcOrd="1" destOrd="0" parTransId="{9A812E6F-8E4C-462E-BBFF-1465FC515753}" sibTransId="{35D26D63-9126-444C-9B3F-CD376E646391}"/>
    <dgm:cxn modelId="{FBEEA24F-DEE4-4C6B-A3FA-FBA7DD79428E}" type="presOf" srcId="{DC5AD81D-D436-42FF-A29F-3F9E834B5AF2}" destId="{9EA7177B-9B64-493C-89A2-F9E35AAD495B}" srcOrd="0" destOrd="0" presId="urn:microsoft.com/office/officeart/2018/2/layout/IconVerticalSolidList"/>
    <dgm:cxn modelId="{4C7866B9-0001-4E96-B1E6-7BB82EAB11CA}" type="presOf" srcId="{F4BC97EA-268F-48CE-9096-0ACDCB5CC026}" destId="{D12A4C25-6B0E-4C01-B35F-322952D689E3}" srcOrd="0" destOrd="0" presId="urn:microsoft.com/office/officeart/2018/2/layout/IconVerticalSolidList"/>
    <dgm:cxn modelId="{808847B9-40E6-4BFE-B04D-D4A1862A0376}" srcId="{D551488C-3A5A-4F6A-9C68-9230938ABB10}" destId="{F4BC97EA-268F-48CE-9096-0ACDCB5CC026}" srcOrd="0" destOrd="0" parTransId="{69641147-DB47-4F46-8745-28F0DA9A6A3E}" sibTransId="{AF83CA50-4167-4879-AFDB-56BAA13555C2}"/>
    <dgm:cxn modelId="{69C43FC8-853F-4EF4-894E-61219BD46766}" srcId="{D551488C-3A5A-4F6A-9C68-9230938ABB10}" destId="{7AC8DD3D-7441-49D6-97D7-6AAE795371D4}" srcOrd="2" destOrd="0" parTransId="{AA4E9194-E9B2-455B-BC61-ACECD8E5CDBE}" sibTransId="{D98D5F9D-6AFC-4DCE-A681-6F24D4040504}"/>
    <dgm:cxn modelId="{61EA34DA-5A09-40D6-876D-5719D8288C9B}" type="presOf" srcId="{63A1D64D-49A3-4814-A937-751083AD6281}" destId="{248BB5E1-3CA4-4973-81DF-C89A28EB89FB}" srcOrd="0" destOrd="0" presId="urn:microsoft.com/office/officeart/2018/2/layout/IconVerticalSolidList"/>
    <dgm:cxn modelId="{43EFE3E4-1AF9-46B6-A45B-5803F5741938}" type="presOf" srcId="{E07AFCBB-9D73-478B-BF31-1E0892200AD2}" destId="{917AFE63-B960-454D-BDC5-08B5655EC538}" srcOrd="0" destOrd="0" presId="urn:microsoft.com/office/officeart/2018/2/layout/IconVerticalSolidList"/>
    <dgm:cxn modelId="{40096EF1-4A53-4493-B007-D86F74158558}" type="presOf" srcId="{D551488C-3A5A-4F6A-9C68-9230938ABB10}" destId="{92CBB06A-AA57-4A8F-819C-151B85159EDF}" srcOrd="0" destOrd="0" presId="urn:microsoft.com/office/officeart/2018/2/layout/IconVerticalSolidList"/>
    <dgm:cxn modelId="{FE40B0A7-2F66-4983-ABF8-F4C1F8A87F6A}" type="presParOf" srcId="{92CBB06A-AA57-4A8F-819C-151B85159EDF}" destId="{690D8953-D722-432A-A9EC-E356B8AFA429}" srcOrd="0" destOrd="0" presId="urn:microsoft.com/office/officeart/2018/2/layout/IconVerticalSolidList"/>
    <dgm:cxn modelId="{8E642701-3832-4385-9926-6DDA988554F2}" type="presParOf" srcId="{690D8953-D722-432A-A9EC-E356B8AFA429}" destId="{A1BCE842-FA33-40EF-96FC-7E79494FB1E8}" srcOrd="0" destOrd="0" presId="urn:microsoft.com/office/officeart/2018/2/layout/IconVerticalSolidList"/>
    <dgm:cxn modelId="{D6CF59FA-3D5D-4754-B1CB-EF8E69A05BC3}" type="presParOf" srcId="{690D8953-D722-432A-A9EC-E356B8AFA429}" destId="{8D15CC40-B58E-492F-B7C9-DA544F6F13DF}" srcOrd="1" destOrd="0" presId="urn:microsoft.com/office/officeart/2018/2/layout/IconVerticalSolidList"/>
    <dgm:cxn modelId="{9A6ADE54-0B5C-4248-B900-391DE3BF6F1C}" type="presParOf" srcId="{690D8953-D722-432A-A9EC-E356B8AFA429}" destId="{D85945AD-B4DA-408D-A640-232809E93803}" srcOrd="2" destOrd="0" presId="urn:microsoft.com/office/officeart/2018/2/layout/IconVerticalSolidList"/>
    <dgm:cxn modelId="{24314EAB-118F-4C7D-A447-6B5DD1010DE9}" type="presParOf" srcId="{690D8953-D722-432A-A9EC-E356B8AFA429}" destId="{D12A4C25-6B0E-4C01-B35F-322952D689E3}" srcOrd="3" destOrd="0" presId="urn:microsoft.com/office/officeart/2018/2/layout/IconVerticalSolidList"/>
    <dgm:cxn modelId="{CA9C835D-C8F0-4375-AB8A-849AAFD9A271}" type="presParOf" srcId="{92CBB06A-AA57-4A8F-819C-151B85159EDF}" destId="{F0680865-CE26-4816-B5BA-34B775F1804E}" srcOrd="1" destOrd="0" presId="urn:microsoft.com/office/officeart/2018/2/layout/IconVerticalSolidList"/>
    <dgm:cxn modelId="{E3CB8A3F-72C4-495A-AA2C-E6C4A3F0AECF}" type="presParOf" srcId="{92CBB06A-AA57-4A8F-819C-151B85159EDF}" destId="{8A402E96-A82F-4E83-9282-9DA2373DE200}" srcOrd="2" destOrd="0" presId="urn:microsoft.com/office/officeart/2018/2/layout/IconVerticalSolidList"/>
    <dgm:cxn modelId="{41CDF96F-8B87-435B-A2D6-5A94E6C0FD2A}" type="presParOf" srcId="{8A402E96-A82F-4E83-9282-9DA2373DE200}" destId="{7F718FC9-5941-4EAE-AACD-3F0A447EAC4E}" srcOrd="0" destOrd="0" presId="urn:microsoft.com/office/officeart/2018/2/layout/IconVerticalSolidList"/>
    <dgm:cxn modelId="{93AAB2B7-D168-4DCA-8889-EEC785BB273A}" type="presParOf" srcId="{8A402E96-A82F-4E83-9282-9DA2373DE200}" destId="{9A44E008-6E0E-496F-B79D-B904E8020624}" srcOrd="1" destOrd="0" presId="urn:microsoft.com/office/officeart/2018/2/layout/IconVerticalSolidList"/>
    <dgm:cxn modelId="{9D4B1B29-E59F-4032-9F6B-861C2A26753A}" type="presParOf" srcId="{8A402E96-A82F-4E83-9282-9DA2373DE200}" destId="{982AD3D7-BD94-4FB4-892C-4731CFAF8F2E}" srcOrd="2" destOrd="0" presId="urn:microsoft.com/office/officeart/2018/2/layout/IconVerticalSolidList"/>
    <dgm:cxn modelId="{50FEE915-34B9-4FD2-B99A-C9B527987807}" type="presParOf" srcId="{8A402E96-A82F-4E83-9282-9DA2373DE200}" destId="{917AFE63-B960-454D-BDC5-08B5655EC538}" srcOrd="3" destOrd="0" presId="urn:microsoft.com/office/officeart/2018/2/layout/IconVerticalSolidList"/>
    <dgm:cxn modelId="{196437DC-1D92-40F5-8070-D1206BB35735}" type="presParOf" srcId="{92CBB06A-AA57-4A8F-819C-151B85159EDF}" destId="{8D184848-17F7-427C-AB04-FFFD76F876CB}" srcOrd="3" destOrd="0" presId="urn:microsoft.com/office/officeart/2018/2/layout/IconVerticalSolidList"/>
    <dgm:cxn modelId="{BFD07016-9328-4970-B99E-D3224A87D030}" type="presParOf" srcId="{92CBB06A-AA57-4A8F-819C-151B85159EDF}" destId="{084EB58D-48B3-4F63-BAF3-B319C0A2DB8A}" srcOrd="4" destOrd="0" presId="urn:microsoft.com/office/officeart/2018/2/layout/IconVerticalSolidList"/>
    <dgm:cxn modelId="{B9F34E58-4271-4709-A95B-FAF0329C5B56}" type="presParOf" srcId="{084EB58D-48B3-4F63-BAF3-B319C0A2DB8A}" destId="{A61F08A7-D5A9-44C6-B6FB-40278F8D5678}" srcOrd="0" destOrd="0" presId="urn:microsoft.com/office/officeart/2018/2/layout/IconVerticalSolidList"/>
    <dgm:cxn modelId="{4BCE5C72-63BE-4E88-9436-C9E1364647EF}" type="presParOf" srcId="{084EB58D-48B3-4F63-BAF3-B319C0A2DB8A}" destId="{B2D851F5-038F-49C3-8357-8EA582E14B30}" srcOrd="1" destOrd="0" presId="urn:microsoft.com/office/officeart/2018/2/layout/IconVerticalSolidList"/>
    <dgm:cxn modelId="{52C01E4C-3551-419E-BBF6-C4622B6A5BE7}" type="presParOf" srcId="{084EB58D-48B3-4F63-BAF3-B319C0A2DB8A}" destId="{2313E708-F791-4299-AFCA-C2C7DF742A1B}" srcOrd="2" destOrd="0" presId="urn:microsoft.com/office/officeart/2018/2/layout/IconVerticalSolidList"/>
    <dgm:cxn modelId="{C01CFC08-FC25-42F8-91FC-F116D6D44598}" type="presParOf" srcId="{084EB58D-48B3-4F63-BAF3-B319C0A2DB8A}" destId="{AE4D934F-7AF5-416A-9B91-97BAF8961D46}" srcOrd="3" destOrd="0" presId="urn:microsoft.com/office/officeart/2018/2/layout/IconVerticalSolidList"/>
    <dgm:cxn modelId="{B8ADE4BD-7628-4F60-8131-806972D5C7D1}" type="presParOf" srcId="{92CBB06A-AA57-4A8F-819C-151B85159EDF}" destId="{8082B6A5-4214-43FC-8F9A-F190CF9C6E80}" srcOrd="5" destOrd="0" presId="urn:microsoft.com/office/officeart/2018/2/layout/IconVerticalSolidList"/>
    <dgm:cxn modelId="{77E67CE4-3BD6-4610-BB6C-3277F9FDAB09}" type="presParOf" srcId="{92CBB06A-AA57-4A8F-819C-151B85159EDF}" destId="{3B2E3401-3792-423B-A44D-BC92CA58BB62}" srcOrd="6" destOrd="0" presId="urn:microsoft.com/office/officeart/2018/2/layout/IconVerticalSolidList"/>
    <dgm:cxn modelId="{2EC3BA9F-78AD-48AF-85F7-231EFE2BEEEF}" type="presParOf" srcId="{3B2E3401-3792-423B-A44D-BC92CA58BB62}" destId="{ED2931DB-2AFE-4B07-A7A6-A4C2A6C71268}" srcOrd="0" destOrd="0" presId="urn:microsoft.com/office/officeart/2018/2/layout/IconVerticalSolidList"/>
    <dgm:cxn modelId="{077F3603-1566-412C-8F17-CBF5D4FC35E8}" type="presParOf" srcId="{3B2E3401-3792-423B-A44D-BC92CA58BB62}" destId="{6A0ADE6E-0A3C-4C3C-A927-BB786DC9C78B}" srcOrd="1" destOrd="0" presId="urn:microsoft.com/office/officeart/2018/2/layout/IconVerticalSolidList"/>
    <dgm:cxn modelId="{56E38C51-11E2-457F-AFBE-4CB4D3045DC9}" type="presParOf" srcId="{3B2E3401-3792-423B-A44D-BC92CA58BB62}" destId="{BB2EBA30-D56C-4FA8-A2EA-2C65D496F88F}" srcOrd="2" destOrd="0" presId="urn:microsoft.com/office/officeart/2018/2/layout/IconVerticalSolidList"/>
    <dgm:cxn modelId="{A923605E-18C0-4CB7-A975-F0503FE0B068}" type="presParOf" srcId="{3B2E3401-3792-423B-A44D-BC92CA58BB62}" destId="{248BB5E1-3CA4-4973-81DF-C89A28EB89FB}" srcOrd="3" destOrd="0" presId="urn:microsoft.com/office/officeart/2018/2/layout/IconVerticalSolidList"/>
    <dgm:cxn modelId="{05095591-0AB6-4FA6-A17B-95431C15AD0D}" type="presParOf" srcId="{92CBB06A-AA57-4A8F-819C-151B85159EDF}" destId="{FFC77326-F9E7-4479-BEB5-DA2517477326}" srcOrd="7" destOrd="0" presId="urn:microsoft.com/office/officeart/2018/2/layout/IconVerticalSolidList"/>
    <dgm:cxn modelId="{8119C3AF-F682-4C3F-B1F2-038245B2EB86}" type="presParOf" srcId="{92CBB06A-AA57-4A8F-819C-151B85159EDF}" destId="{3090CB39-74BE-423A-A3BF-DC65D49F4D7D}" srcOrd="8" destOrd="0" presId="urn:microsoft.com/office/officeart/2018/2/layout/IconVerticalSolidList"/>
    <dgm:cxn modelId="{C170F721-2398-4832-AF5E-851986806F94}" type="presParOf" srcId="{3090CB39-74BE-423A-A3BF-DC65D49F4D7D}" destId="{CBE29DED-4BB1-4CF9-8BBF-0DB991351DF4}" srcOrd="0" destOrd="0" presId="urn:microsoft.com/office/officeart/2018/2/layout/IconVerticalSolidList"/>
    <dgm:cxn modelId="{D957A6E5-91DA-4589-8314-A8F6B8E7FF7D}" type="presParOf" srcId="{3090CB39-74BE-423A-A3BF-DC65D49F4D7D}" destId="{2B3FAA33-221B-4C1C-82C5-3B099376D7FE}" srcOrd="1" destOrd="0" presId="urn:microsoft.com/office/officeart/2018/2/layout/IconVerticalSolidList"/>
    <dgm:cxn modelId="{69CF06D9-C727-4BA7-80D5-D4889664ED2B}" type="presParOf" srcId="{3090CB39-74BE-423A-A3BF-DC65D49F4D7D}" destId="{C48A2F09-48A4-49F3-99A8-9BBE5D1D001F}" srcOrd="2" destOrd="0" presId="urn:microsoft.com/office/officeart/2018/2/layout/IconVerticalSolidList"/>
    <dgm:cxn modelId="{414683FE-1327-4115-9D15-4B452FDC1AC4}" type="presParOf" srcId="{3090CB39-74BE-423A-A3BF-DC65D49F4D7D}" destId="{65FE75FC-2614-4045-AEA7-DECCA0194595}" srcOrd="3" destOrd="0" presId="urn:microsoft.com/office/officeart/2018/2/layout/IconVerticalSolidList"/>
    <dgm:cxn modelId="{50B268CC-EB59-4B85-B710-39B00820BB77}" type="presParOf" srcId="{92CBB06A-AA57-4A8F-819C-151B85159EDF}" destId="{E007D14A-0480-4883-A23F-B3D485C982B5}" srcOrd="9" destOrd="0" presId="urn:microsoft.com/office/officeart/2018/2/layout/IconVerticalSolidList"/>
    <dgm:cxn modelId="{D433202E-84A7-4731-BCDE-6D1865D8F30D}" type="presParOf" srcId="{92CBB06A-AA57-4A8F-819C-151B85159EDF}" destId="{55759710-EA0D-43B8-B154-90E00B27F399}" srcOrd="10" destOrd="0" presId="urn:microsoft.com/office/officeart/2018/2/layout/IconVerticalSolidList"/>
    <dgm:cxn modelId="{81CC2B30-B6E6-478B-B3FF-425078325117}" type="presParOf" srcId="{55759710-EA0D-43B8-B154-90E00B27F399}" destId="{63B1E8D9-121E-48C8-95D4-7BAB85CFB7D5}" srcOrd="0" destOrd="0" presId="urn:microsoft.com/office/officeart/2018/2/layout/IconVerticalSolidList"/>
    <dgm:cxn modelId="{9B7D6ECC-2E6B-4959-815D-7EBDDAD7707C}" type="presParOf" srcId="{55759710-EA0D-43B8-B154-90E00B27F399}" destId="{D8C59929-A6B5-4A4C-9E34-444DD777F414}" srcOrd="1" destOrd="0" presId="urn:microsoft.com/office/officeart/2018/2/layout/IconVerticalSolidList"/>
    <dgm:cxn modelId="{A8D27C67-A01E-47FF-9D59-2F6768161171}" type="presParOf" srcId="{55759710-EA0D-43B8-B154-90E00B27F399}" destId="{FB2D46D6-C885-4254-A892-E3F8B9C234C4}" srcOrd="2" destOrd="0" presId="urn:microsoft.com/office/officeart/2018/2/layout/IconVerticalSolidList"/>
    <dgm:cxn modelId="{69A9E511-0DB9-4777-8E4B-D0DB79662215}" type="presParOf" srcId="{55759710-EA0D-43B8-B154-90E00B27F399}" destId="{9EA7177B-9B64-493C-89A2-F9E35AAD495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4C8CC9-B7BC-40D8-B0DA-E6C3D14EC5D9}">
      <dsp:nvSpPr>
        <dsp:cNvPr id="0" name=""/>
        <dsp:cNvSpPr/>
      </dsp:nvSpPr>
      <dsp:spPr>
        <a:xfrm>
          <a:off x="735974" y="827140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9651B0-F41D-439F-8F18-DBF9826B445C}">
      <dsp:nvSpPr>
        <dsp:cNvPr id="0" name=""/>
        <dsp:cNvSpPr/>
      </dsp:nvSpPr>
      <dsp:spPr>
        <a:xfrm>
          <a:off x="969974" y="1061140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5D0453-7DD8-42AF-AA39-67313D3BF9E8}">
      <dsp:nvSpPr>
        <dsp:cNvPr id="0" name=""/>
        <dsp:cNvSpPr/>
      </dsp:nvSpPr>
      <dsp:spPr>
        <a:xfrm>
          <a:off x="384974" y="226714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1" kern="1200" dirty="0"/>
            <a:t>User-Friendly Interface</a:t>
          </a:r>
          <a:endParaRPr lang="en-US" sz="1500" b="1" kern="1200" dirty="0">
            <a:latin typeface="Arial Nova Light" panose="020B0502020104020203"/>
          </a:endParaRPr>
        </a:p>
      </dsp:txBody>
      <dsp:txXfrm>
        <a:off x="384974" y="2267140"/>
        <a:ext cx="1800000" cy="720000"/>
      </dsp:txXfrm>
    </dsp:sp>
    <dsp:sp modelId="{839C7A8F-21AF-42C1-89FE-4065CA909C68}">
      <dsp:nvSpPr>
        <dsp:cNvPr id="0" name=""/>
        <dsp:cNvSpPr/>
      </dsp:nvSpPr>
      <dsp:spPr>
        <a:xfrm>
          <a:off x="2850974" y="827140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CC4DB9-FB52-4217-BEC1-FA3186B700E9}">
      <dsp:nvSpPr>
        <dsp:cNvPr id="0" name=""/>
        <dsp:cNvSpPr/>
      </dsp:nvSpPr>
      <dsp:spPr>
        <a:xfrm>
          <a:off x="3084974" y="1061140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21C869-50DD-4DA4-ADF8-C7966DFF83C7}">
      <dsp:nvSpPr>
        <dsp:cNvPr id="0" name=""/>
        <dsp:cNvSpPr/>
      </dsp:nvSpPr>
      <dsp:spPr>
        <a:xfrm>
          <a:off x="2499974" y="226714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1" kern="1200" dirty="0"/>
            <a:t>Transaction Categorization</a:t>
          </a:r>
          <a:endParaRPr lang="en-US" sz="1500" b="0" kern="1200" dirty="0">
            <a:latin typeface="Arial Nova Light" panose="020B0502020104020203"/>
          </a:endParaRPr>
        </a:p>
      </dsp:txBody>
      <dsp:txXfrm>
        <a:off x="2499974" y="2267140"/>
        <a:ext cx="1800000" cy="720000"/>
      </dsp:txXfrm>
    </dsp:sp>
    <dsp:sp modelId="{A223851B-1F56-420A-9C36-310F4FB465E9}">
      <dsp:nvSpPr>
        <dsp:cNvPr id="0" name=""/>
        <dsp:cNvSpPr/>
      </dsp:nvSpPr>
      <dsp:spPr>
        <a:xfrm>
          <a:off x="4965975" y="827140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3A688F-1F4E-4614-AB74-D5D8D5B4F437}">
      <dsp:nvSpPr>
        <dsp:cNvPr id="0" name=""/>
        <dsp:cNvSpPr/>
      </dsp:nvSpPr>
      <dsp:spPr>
        <a:xfrm>
          <a:off x="5199975" y="1061140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FB42D8-6044-4EF1-9684-91623D79649D}">
      <dsp:nvSpPr>
        <dsp:cNvPr id="0" name=""/>
        <dsp:cNvSpPr/>
      </dsp:nvSpPr>
      <dsp:spPr>
        <a:xfrm>
          <a:off x="4614975" y="226714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1" kern="1200" dirty="0"/>
            <a:t>Dynamic</a:t>
          </a:r>
          <a:r>
            <a:rPr lang="en-US" sz="1500" b="1" kern="1200" dirty="0">
              <a:latin typeface="Arial Nova Light" panose="020B0502020104020203"/>
            </a:rPr>
            <a:t> Doughnut</a:t>
          </a:r>
          <a:r>
            <a:rPr lang="en-US" sz="1500" b="1" kern="1200" dirty="0"/>
            <a:t> Charts</a:t>
          </a:r>
          <a:endParaRPr lang="en-US" sz="1500" b="1" kern="1200" dirty="0">
            <a:latin typeface="Arial Nova Light" panose="020B0502020104020203"/>
          </a:endParaRPr>
        </a:p>
      </dsp:txBody>
      <dsp:txXfrm>
        <a:off x="4614975" y="2267140"/>
        <a:ext cx="1800000" cy="720000"/>
      </dsp:txXfrm>
    </dsp:sp>
    <dsp:sp modelId="{1AD7A83C-6D67-43C9-913A-764261840070}">
      <dsp:nvSpPr>
        <dsp:cNvPr id="0" name=""/>
        <dsp:cNvSpPr/>
      </dsp:nvSpPr>
      <dsp:spPr>
        <a:xfrm>
          <a:off x="7080975" y="827140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9626FC-3C73-45AB-8785-4F629F5EC223}">
      <dsp:nvSpPr>
        <dsp:cNvPr id="0" name=""/>
        <dsp:cNvSpPr/>
      </dsp:nvSpPr>
      <dsp:spPr>
        <a:xfrm>
          <a:off x="7314975" y="1061140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F858F5-5E0A-4118-822E-4D85A49A507F}">
      <dsp:nvSpPr>
        <dsp:cNvPr id="0" name=""/>
        <dsp:cNvSpPr/>
      </dsp:nvSpPr>
      <dsp:spPr>
        <a:xfrm>
          <a:off x="6729975" y="226714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1" kern="1200" dirty="0"/>
            <a:t>Transaction History</a:t>
          </a:r>
          <a:endParaRPr lang="en-US" sz="1500" b="0" kern="1200" dirty="0">
            <a:latin typeface="Arial Nova Light" panose="020B0502020104020203"/>
          </a:endParaRPr>
        </a:p>
      </dsp:txBody>
      <dsp:txXfrm>
        <a:off x="6729975" y="2267140"/>
        <a:ext cx="1800000" cy="720000"/>
      </dsp:txXfrm>
    </dsp:sp>
    <dsp:sp modelId="{0D92DA70-5E5E-4187-A2B4-1225FEB92DB7}">
      <dsp:nvSpPr>
        <dsp:cNvPr id="0" name=""/>
        <dsp:cNvSpPr/>
      </dsp:nvSpPr>
      <dsp:spPr>
        <a:xfrm>
          <a:off x="9195975" y="827140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3E858B-BC47-4D02-8131-D1C16E2403AA}">
      <dsp:nvSpPr>
        <dsp:cNvPr id="0" name=""/>
        <dsp:cNvSpPr/>
      </dsp:nvSpPr>
      <dsp:spPr>
        <a:xfrm>
          <a:off x="9429975" y="1061140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6564BE-483E-432B-9B26-705D8275B49F}">
      <dsp:nvSpPr>
        <dsp:cNvPr id="0" name=""/>
        <dsp:cNvSpPr/>
      </dsp:nvSpPr>
      <dsp:spPr>
        <a:xfrm>
          <a:off x="8844975" y="226714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1" kern="1200" dirty="0"/>
            <a:t>Real-time Balance Tracking</a:t>
          </a:r>
          <a:endParaRPr lang="en-US" sz="1500" kern="1200" dirty="0"/>
        </a:p>
      </dsp:txBody>
      <dsp:txXfrm>
        <a:off x="8844975" y="2267140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B39E63-C468-4B7B-A045-05C28D4B106D}">
      <dsp:nvSpPr>
        <dsp:cNvPr id="0" name=""/>
        <dsp:cNvSpPr/>
      </dsp:nvSpPr>
      <dsp:spPr>
        <a:xfrm>
          <a:off x="7641" y="698770"/>
          <a:ext cx="685931" cy="68593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4C0C70-67F9-4306-94F4-49EA25F0DB99}">
      <dsp:nvSpPr>
        <dsp:cNvPr id="0" name=""/>
        <dsp:cNvSpPr/>
      </dsp:nvSpPr>
      <dsp:spPr>
        <a:xfrm>
          <a:off x="7641" y="1527551"/>
          <a:ext cx="1959803" cy="3950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/>
            <a:t>App Component (App.js):</a:t>
          </a:r>
          <a:endParaRPr lang="en-US" sz="1400" kern="1200"/>
        </a:p>
      </dsp:txBody>
      <dsp:txXfrm>
        <a:off x="7641" y="1527551"/>
        <a:ext cx="1959803" cy="395022"/>
      </dsp:txXfrm>
    </dsp:sp>
    <dsp:sp modelId="{8D5A83FF-F561-4B39-A6E7-1F0C77634892}">
      <dsp:nvSpPr>
        <dsp:cNvPr id="0" name=""/>
        <dsp:cNvSpPr/>
      </dsp:nvSpPr>
      <dsp:spPr>
        <a:xfrm>
          <a:off x="7641" y="1989016"/>
          <a:ext cx="1959803" cy="20318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Layout and organization of the application.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Utilizes Material-UI's Grid components.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Includes columns for income and expense details.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Main content represented by the Main component.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Displays income and expense information through the Details component.</a:t>
          </a:r>
        </a:p>
      </dsp:txBody>
      <dsp:txXfrm>
        <a:off x="7641" y="1989016"/>
        <a:ext cx="1959803" cy="2031849"/>
      </dsp:txXfrm>
    </dsp:sp>
    <dsp:sp modelId="{B7D89EB3-0068-4749-BC0F-32A6FA67D2B8}">
      <dsp:nvSpPr>
        <dsp:cNvPr id="0" name=""/>
        <dsp:cNvSpPr/>
      </dsp:nvSpPr>
      <dsp:spPr>
        <a:xfrm>
          <a:off x="2310409" y="698770"/>
          <a:ext cx="685931" cy="68593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0832F3-2D87-4B09-8D43-28F3336F2187}">
      <dsp:nvSpPr>
        <dsp:cNvPr id="0" name=""/>
        <dsp:cNvSpPr/>
      </dsp:nvSpPr>
      <dsp:spPr>
        <a:xfrm>
          <a:off x="2310409" y="1527551"/>
          <a:ext cx="1959803" cy="3950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/>
            <a:t>Styles Module (styles.js):</a:t>
          </a:r>
          <a:endParaRPr lang="en-US" sz="1400" kern="1200"/>
        </a:p>
      </dsp:txBody>
      <dsp:txXfrm>
        <a:off x="2310409" y="1527551"/>
        <a:ext cx="1959803" cy="395022"/>
      </dsp:txXfrm>
    </dsp:sp>
    <dsp:sp modelId="{9F91517B-3B16-4548-9B46-1F325739AD2B}">
      <dsp:nvSpPr>
        <dsp:cNvPr id="0" name=""/>
        <dsp:cNvSpPr/>
      </dsp:nvSpPr>
      <dsp:spPr>
        <a:xfrm>
          <a:off x="2310409" y="1989016"/>
          <a:ext cx="1959803" cy="20318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Exports a function created using </a:t>
          </a:r>
          <a:r>
            <a:rPr lang="en-US" sz="1100" kern="1200" err="1"/>
            <a:t>makeStyles</a:t>
          </a:r>
          <a:r>
            <a:rPr lang="en-US" sz="1100" kern="1200"/>
            <a:t> from Material-UI's styles.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Generates custom styles for components using theming and responsive design.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Styles adapt based on screen size and breakpoints defined in the theme.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Provides a consistent and visually appealing layout for the application.</a:t>
          </a:r>
        </a:p>
      </dsp:txBody>
      <dsp:txXfrm>
        <a:off x="2310409" y="1989016"/>
        <a:ext cx="1959803" cy="2031849"/>
      </dsp:txXfrm>
    </dsp:sp>
    <dsp:sp modelId="{8C892B8C-8CFD-43ED-B4DA-1AA8B34D3E0F}">
      <dsp:nvSpPr>
        <dsp:cNvPr id="0" name=""/>
        <dsp:cNvSpPr/>
      </dsp:nvSpPr>
      <dsp:spPr>
        <a:xfrm>
          <a:off x="4613178" y="698770"/>
          <a:ext cx="685931" cy="68593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5938F8-6F49-4413-A229-181344D04E76}">
      <dsp:nvSpPr>
        <dsp:cNvPr id="0" name=""/>
        <dsp:cNvSpPr/>
      </dsp:nvSpPr>
      <dsp:spPr>
        <a:xfrm>
          <a:off x="4613178" y="1527551"/>
          <a:ext cx="1959803" cy="3950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 err="1"/>
            <a:t>useTransactions</a:t>
          </a:r>
          <a:r>
            <a:rPr lang="en-US" sz="1400" b="1" kern="1200"/>
            <a:t> Hook (useTransactions.js):</a:t>
          </a:r>
          <a:endParaRPr lang="en-US" sz="1400" kern="1200"/>
        </a:p>
      </dsp:txBody>
      <dsp:txXfrm>
        <a:off x="4613178" y="1527551"/>
        <a:ext cx="1959803" cy="395022"/>
      </dsp:txXfrm>
    </dsp:sp>
    <dsp:sp modelId="{9C44C9A7-B7E7-48D8-8919-C633FBA03AA8}">
      <dsp:nvSpPr>
        <dsp:cNvPr id="0" name=""/>
        <dsp:cNvSpPr/>
      </dsp:nvSpPr>
      <dsp:spPr>
        <a:xfrm>
          <a:off x="4613178" y="1989016"/>
          <a:ext cx="1959803" cy="20318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Custom hook for managing and calculating financial transaction data.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Designed to handle "Income" or "Expense" categories.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Accumulates category totals and prepares data for rendering charts.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Used within the application to provide insights into financial transactions.</a:t>
          </a:r>
        </a:p>
      </dsp:txBody>
      <dsp:txXfrm>
        <a:off x="4613178" y="1989016"/>
        <a:ext cx="1959803" cy="2031849"/>
      </dsp:txXfrm>
    </dsp:sp>
    <dsp:sp modelId="{7F152594-58F4-4461-91ED-7087232A7795}">
      <dsp:nvSpPr>
        <dsp:cNvPr id="0" name=""/>
        <dsp:cNvSpPr/>
      </dsp:nvSpPr>
      <dsp:spPr>
        <a:xfrm>
          <a:off x="6915947" y="698770"/>
          <a:ext cx="685931" cy="68593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A3AD37-0C6F-4195-B760-6127A679BC46}">
      <dsp:nvSpPr>
        <dsp:cNvPr id="0" name=""/>
        <dsp:cNvSpPr/>
      </dsp:nvSpPr>
      <dsp:spPr>
        <a:xfrm>
          <a:off x="6915947" y="1527551"/>
          <a:ext cx="1959803" cy="3950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/>
            <a:t>Package.json:</a:t>
          </a:r>
          <a:endParaRPr lang="en-US" sz="1400" b="0" kern="1200">
            <a:latin typeface="Elephant"/>
          </a:endParaRPr>
        </a:p>
      </dsp:txBody>
      <dsp:txXfrm>
        <a:off x="6915947" y="1527551"/>
        <a:ext cx="1959803" cy="395022"/>
      </dsp:txXfrm>
    </dsp:sp>
    <dsp:sp modelId="{2656E7CC-65C6-485F-ABAF-93221263EE70}">
      <dsp:nvSpPr>
        <dsp:cNvPr id="0" name=""/>
        <dsp:cNvSpPr/>
      </dsp:nvSpPr>
      <dsp:spPr>
        <a:xfrm>
          <a:off x="6915947" y="1989016"/>
          <a:ext cx="1959803" cy="20318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/>
            <a:t>Manages project metadata and dependencies in a Node.js application.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/>
            <a:t>Defines scripts for tasks like starting the development server, building the production version, running tests, and ejecting from Create React App.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/>
            <a:t>Specifies project configurations, including ESLint and browserslist.</a:t>
          </a:r>
          <a:endParaRPr lang="en-US" sz="1100" kern="1200"/>
        </a:p>
      </dsp:txBody>
      <dsp:txXfrm>
        <a:off x="6915947" y="1989016"/>
        <a:ext cx="1959803" cy="2031849"/>
      </dsp:txXfrm>
    </dsp:sp>
    <dsp:sp modelId="{8520C728-503C-4C98-ACE6-9753819A6B0A}">
      <dsp:nvSpPr>
        <dsp:cNvPr id="0" name=""/>
        <dsp:cNvSpPr/>
      </dsp:nvSpPr>
      <dsp:spPr>
        <a:xfrm>
          <a:off x="9218715" y="698770"/>
          <a:ext cx="685931" cy="68593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D08529-3FDB-41D5-A090-E923B2E0B080}">
      <dsp:nvSpPr>
        <dsp:cNvPr id="0" name=""/>
        <dsp:cNvSpPr/>
      </dsp:nvSpPr>
      <dsp:spPr>
        <a:xfrm>
          <a:off x="9218715" y="1527551"/>
          <a:ext cx="1959803" cy="3950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Assets:</a:t>
          </a:r>
          <a:endParaRPr lang="en-US" sz="1400" kern="1200">
            <a:latin typeface="Calibri Light" panose="020F0302020204030204"/>
          </a:endParaRPr>
        </a:p>
      </dsp:txBody>
      <dsp:txXfrm>
        <a:off x="9218715" y="1527551"/>
        <a:ext cx="1959803" cy="395022"/>
      </dsp:txXfrm>
    </dsp:sp>
    <dsp:sp modelId="{08FBFA1B-8679-405A-9D29-FF83B983BB0D}">
      <dsp:nvSpPr>
        <dsp:cNvPr id="0" name=""/>
        <dsp:cNvSpPr/>
      </dsp:nvSpPr>
      <dsp:spPr>
        <a:xfrm>
          <a:off x="9218715" y="1989016"/>
          <a:ext cx="1959803" cy="20318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/>
            <a:t>Includes an image file (money.png) in Portable Network Graphics (PNG) format.</a:t>
          </a:r>
          <a:endParaRPr lang="en-US" sz="1100" kern="1200"/>
        </a:p>
      </dsp:txBody>
      <dsp:txXfrm>
        <a:off x="9218715" y="1989016"/>
        <a:ext cx="1959803" cy="203184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A76C60-CF35-40AB-9CE8-94F8739E3FBB}">
      <dsp:nvSpPr>
        <dsp:cNvPr id="0" name=""/>
        <dsp:cNvSpPr/>
      </dsp:nvSpPr>
      <dsp:spPr>
        <a:xfrm>
          <a:off x="507155" y="27930"/>
          <a:ext cx="534208" cy="53420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93F7BF-B338-4375-8530-0E37F0E17BAC}">
      <dsp:nvSpPr>
        <dsp:cNvPr id="0" name=""/>
        <dsp:cNvSpPr/>
      </dsp:nvSpPr>
      <dsp:spPr>
        <a:xfrm>
          <a:off x="11104" y="746896"/>
          <a:ext cx="1526311" cy="4368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/>
            <a:t>Details Component:</a:t>
          </a:r>
          <a:endParaRPr lang="en-US" sz="1400" kern="1200"/>
        </a:p>
      </dsp:txBody>
      <dsp:txXfrm>
        <a:off x="11104" y="746896"/>
        <a:ext cx="1526311" cy="436856"/>
      </dsp:txXfrm>
    </dsp:sp>
    <dsp:sp modelId="{8B4513A4-7775-4CCD-96F2-5B07433BD63B}">
      <dsp:nvSpPr>
        <dsp:cNvPr id="0" name=""/>
        <dsp:cNvSpPr/>
      </dsp:nvSpPr>
      <dsp:spPr>
        <a:xfrm>
          <a:off x="11104" y="1269686"/>
          <a:ext cx="1526311" cy="3054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Displays transaction details with Material-UI styling and a doughnut chart.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Appearance and behavior depend on data fetched by useTransactions.</a:t>
          </a:r>
        </a:p>
      </dsp:txBody>
      <dsp:txXfrm>
        <a:off x="11104" y="1269686"/>
        <a:ext cx="1526311" cy="3054926"/>
      </dsp:txXfrm>
    </dsp:sp>
    <dsp:sp modelId="{5743FE4F-3826-419C-B57A-BAF5C01E9B1A}">
      <dsp:nvSpPr>
        <dsp:cNvPr id="0" name=""/>
        <dsp:cNvSpPr/>
      </dsp:nvSpPr>
      <dsp:spPr>
        <a:xfrm>
          <a:off x="2300571" y="27930"/>
          <a:ext cx="534208" cy="53420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B358D5-0872-441F-AF94-1A8EAC4B9D1B}">
      <dsp:nvSpPr>
        <dsp:cNvPr id="0" name=""/>
        <dsp:cNvSpPr/>
      </dsp:nvSpPr>
      <dsp:spPr>
        <a:xfrm>
          <a:off x="1804520" y="746896"/>
          <a:ext cx="1526311" cy="4368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/>
            <a:t>Main Component:</a:t>
          </a:r>
          <a:endParaRPr lang="en-US" sz="1400" kern="1200"/>
        </a:p>
      </dsp:txBody>
      <dsp:txXfrm>
        <a:off x="1804520" y="746896"/>
        <a:ext cx="1526311" cy="436856"/>
      </dsp:txXfrm>
    </dsp:sp>
    <dsp:sp modelId="{FAFE2266-871C-4883-8056-F6660B6FCEDD}">
      <dsp:nvSpPr>
        <dsp:cNvPr id="0" name=""/>
        <dsp:cNvSpPr/>
      </dsp:nvSpPr>
      <dsp:spPr>
        <a:xfrm>
          <a:off x="1804520" y="1269686"/>
          <a:ext cx="1526311" cy="3054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Nested components include Form, List, Snackbar, and InfoCard.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Integrates elements to create a comprehensive interface for managing and tracking expenses.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Fetches and displays the total balance, enables input of new transactions, and presents a list of recorded transactions.</a:t>
          </a:r>
        </a:p>
      </dsp:txBody>
      <dsp:txXfrm>
        <a:off x="1804520" y="1269686"/>
        <a:ext cx="1526311" cy="3054926"/>
      </dsp:txXfrm>
    </dsp:sp>
    <dsp:sp modelId="{60E91F3D-AAA6-4FFD-84A8-2DF649262838}">
      <dsp:nvSpPr>
        <dsp:cNvPr id="0" name=""/>
        <dsp:cNvSpPr/>
      </dsp:nvSpPr>
      <dsp:spPr>
        <a:xfrm>
          <a:off x="4093987" y="27930"/>
          <a:ext cx="534208" cy="53420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8C859F-D00F-4355-A723-E31387459C3B}">
      <dsp:nvSpPr>
        <dsp:cNvPr id="0" name=""/>
        <dsp:cNvSpPr/>
      </dsp:nvSpPr>
      <dsp:spPr>
        <a:xfrm>
          <a:off x="3597936" y="746896"/>
          <a:ext cx="1526311" cy="4368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/>
            <a:t>Form Component:</a:t>
          </a:r>
          <a:endParaRPr lang="en-US" sz="1400" kern="1200"/>
        </a:p>
      </dsp:txBody>
      <dsp:txXfrm>
        <a:off x="3597936" y="746896"/>
        <a:ext cx="1526311" cy="436856"/>
      </dsp:txXfrm>
    </dsp:sp>
    <dsp:sp modelId="{AA509114-1793-4755-9C31-87E558D676DD}">
      <dsp:nvSpPr>
        <dsp:cNvPr id="0" name=""/>
        <dsp:cNvSpPr/>
      </dsp:nvSpPr>
      <dsp:spPr>
        <a:xfrm>
          <a:off x="3597936" y="1269686"/>
          <a:ext cx="1526311" cy="3054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Responsible for creating and inputting financial transactions.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Dynamic category selection based on the chosen transaction type.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Provides user feedback through a snackbar notification.</a:t>
          </a:r>
        </a:p>
      </dsp:txBody>
      <dsp:txXfrm>
        <a:off x="3597936" y="1269686"/>
        <a:ext cx="1526311" cy="3054926"/>
      </dsp:txXfrm>
    </dsp:sp>
    <dsp:sp modelId="{67DBA26F-95C2-41D9-89E9-44BAC2D6D815}">
      <dsp:nvSpPr>
        <dsp:cNvPr id="0" name=""/>
        <dsp:cNvSpPr/>
      </dsp:nvSpPr>
      <dsp:spPr>
        <a:xfrm>
          <a:off x="5887403" y="27930"/>
          <a:ext cx="534208" cy="53420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FED05D-385F-4E16-981A-452ECEE83843}">
      <dsp:nvSpPr>
        <dsp:cNvPr id="0" name=""/>
        <dsp:cNvSpPr/>
      </dsp:nvSpPr>
      <dsp:spPr>
        <a:xfrm>
          <a:off x="5391352" y="746896"/>
          <a:ext cx="1526311" cy="4368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/>
            <a:t>List Component:</a:t>
          </a:r>
          <a:endParaRPr lang="en-US" sz="1400" kern="1200"/>
        </a:p>
      </dsp:txBody>
      <dsp:txXfrm>
        <a:off x="5391352" y="746896"/>
        <a:ext cx="1526311" cy="436856"/>
      </dsp:txXfrm>
    </dsp:sp>
    <dsp:sp modelId="{476577D7-48C3-4429-AECF-824A2661C963}">
      <dsp:nvSpPr>
        <dsp:cNvPr id="0" name=""/>
        <dsp:cNvSpPr/>
      </dsp:nvSpPr>
      <dsp:spPr>
        <a:xfrm>
          <a:off x="5391352" y="1269686"/>
          <a:ext cx="1526311" cy="3054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Renders a list of financial transactions with options to delete each transaction.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Uses Material-UI components for styling and animation effects.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Retrieves data from the ExpenseTrackerContext and utilizes the deleteTransaction function.</a:t>
          </a:r>
        </a:p>
      </dsp:txBody>
      <dsp:txXfrm>
        <a:off x="5391352" y="1269686"/>
        <a:ext cx="1526311" cy="3054926"/>
      </dsp:txXfrm>
    </dsp:sp>
    <dsp:sp modelId="{ACF1D9A9-02EE-46B2-9E32-9FB3E350C8AA}">
      <dsp:nvSpPr>
        <dsp:cNvPr id="0" name=""/>
        <dsp:cNvSpPr/>
      </dsp:nvSpPr>
      <dsp:spPr>
        <a:xfrm>
          <a:off x="7680819" y="27930"/>
          <a:ext cx="534208" cy="53420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7D0179-FB65-4F49-B854-01816FBC2717}">
      <dsp:nvSpPr>
        <dsp:cNvPr id="0" name=""/>
        <dsp:cNvSpPr/>
      </dsp:nvSpPr>
      <dsp:spPr>
        <a:xfrm>
          <a:off x="7184768" y="746896"/>
          <a:ext cx="1526311" cy="4368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/>
            <a:t>Snackbar Component:</a:t>
          </a:r>
          <a:endParaRPr lang="en-US" sz="1400" kern="1200"/>
        </a:p>
      </dsp:txBody>
      <dsp:txXfrm>
        <a:off x="7184768" y="746896"/>
        <a:ext cx="1526311" cy="436856"/>
      </dsp:txXfrm>
    </dsp:sp>
    <dsp:sp modelId="{CC366314-6F71-427E-BB0E-4E27FA2687D9}">
      <dsp:nvSpPr>
        <dsp:cNvPr id="0" name=""/>
        <dsp:cNvSpPr/>
      </dsp:nvSpPr>
      <dsp:spPr>
        <a:xfrm>
          <a:off x="7184768" y="1269686"/>
          <a:ext cx="1526311" cy="3054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Enhances the user experience with clear and visually appealing notifications.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Displays notifications for events like successfully creating a transaction.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Follows best practices for displaying notifications.</a:t>
          </a:r>
        </a:p>
      </dsp:txBody>
      <dsp:txXfrm>
        <a:off x="7184768" y="1269686"/>
        <a:ext cx="1526311" cy="3054926"/>
      </dsp:txXfrm>
    </dsp:sp>
    <dsp:sp modelId="{45E7A925-A905-4886-A63E-094492E841A2}">
      <dsp:nvSpPr>
        <dsp:cNvPr id="0" name=""/>
        <dsp:cNvSpPr/>
      </dsp:nvSpPr>
      <dsp:spPr>
        <a:xfrm>
          <a:off x="9474235" y="27930"/>
          <a:ext cx="534208" cy="53420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AF6B26-D2A9-47F5-B299-1350A136E5D0}">
      <dsp:nvSpPr>
        <dsp:cNvPr id="0" name=""/>
        <dsp:cNvSpPr/>
      </dsp:nvSpPr>
      <dsp:spPr>
        <a:xfrm>
          <a:off x="8978184" y="746896"/>
          <a:ext cx="1526311" cy="4368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/>
            <a:t>InfoCard Component:</a:t>
          </a:r>
          <a:endParaRPr lang="en-US" sz="1400" kern="1200"/>
        </a:p>
      </dsp:txBody>
      <dsp:txXfrm>
        <a:off x="8978184" y="746896"/>
        <a:ext cx="1526311" cy="436856"/>
      </dsp:txXfrm>
    </dsp:sp>
    <dsp:sp modelId="{B6803687-1835-41E9-98C0-005C8CF9CEC3}">
      <dsp:nvSpPr>
        <dsp:cNvPr id="0" name=""/>
        <dsp:cNvSpPr/>
      </dsp:nvSpPr>
      <dsp:spPr>
        <a:xfrm>
          <a:off x="8978184" y="1269686"/>
          <a:ext cx="1526311" cy="3054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Provides suggestions for entering financial transactions.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Randomly generates details for income or expense with basic styling.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May be used for instructional or testing purposes.</a:t>
          </a:r>
        </a:p>
      </dsp:txBody>
      <dsp:txXfrm>
        <a:off x="8978184" y="1269686"/>
        <a:ext cx="1526311" cy="305492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E88421-3E2F-4D89-BBE0-122FDA029037}">
      <dsp:nvSpPr>
        <dsp:cNvPr id="0" name=""/>
        <dsp:cNvSpPr/>
      </dsp:nvSpPr>
      <dsp:spPr>
        <a:xfrm>
          <a:off x="4501800" y="353080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85541D-8337-4BA3-923F-033BAE6D7D95}">
      <dsp:nvSpPr>
        <dsp:cNvPr id="0" name=""/>
        <dsp:cNvSpPr/>
      </dsp:nvSpPr>
      <dsp:spPr>
        <a:xfrm>
          <a:off x="3097800" y="2017727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0" kern="1200" dirty="0">
              <a:solidFill>
                <a:srgbClr val="444444"/>
              </a:solidFill>
              <a:latin typeface="Calibri"/>
              <a:cs typeface="Calibri"/>
            </a:rPr>
            <a:t>Categories</a:t>
          </a:r>
          <a:r>
            <a:rPr lang="en-US" sz="3600" kern="1200" dirty="0">
              <a:solidFill>
                <a:srgbClr val="444444"/>
              </a:solidFill>
              <a:latin typeface="Calibri"/>
              <a:cs typeface="Calibri"/>
            </a:rPr>
            <a:t>:</a:t>
          </a:r>
          <a:endParaRPr lang="en-US" sz="3600" b="0" kern="1200" dirty="0">
            <a:solidFill>
              <a:srgbClr val="444444"/>
            </a:solidFill>
            <a:latin typeface="Calibri"/>
            <a:cs typeface="Calibri"/>
          </a:endParaRPr>
        </a:p>
      </dsp:txBody>
      <dsp:txXfrm>
        <a:off x="3097800" y="2017727"/>
        <a:ext cx="4320000" cy="648000"/>
      </dsp:txXfrm>
    </dsp:sp>
    <dsp:sp modelId="{80EA6A51-A613-439A-92B5-F91A40DC8DF2}">
      <dsp:nvSpPr>
        <dsp:cNvPr id="0" name=""/>
        <dsp:cNvSpPr/>
      </dsp:nvSpPr>
      <dsp:spPr>
        <a:xfrm>
          <a:off x="3097800" y="2736725"/>
          <a:ext cx="4320000" cy="1166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rgbClr val="444444"/>
              </a:solidFill>
              <a:latin typeface="Calibri"/>
              <a:cs typeface="Calibri"/>
            </a:rPr>
            <a:t>Defines and exports sets of categories and associated colors for income and expenses.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rgbClr val="444444"/>
              </a:solidFill>
              <a:latin typeface="Calibri"/>
              <a:cs typeface="Calibri"/>
            </a:rPr>
            <a:t>Provides a function to reset amounts associated with these categories.</a:t>
          </a:r>
        </a:p>
      </dsp:txBody>
      <dsp:txXfrm>
        <a:off x="3097800" y="2736725"/>
        <a:ext cx="4320000" cy="116628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E88421-3E2F-4D89-BBE0-122FDA029037}">
      <dsp:nvSpPr>
        <dsp:cNvPr id="0" name=""/>
        <dsp:cNvSpPr/>
      </dsp:nvSpPr>
      <dsp:spPr>
        <a:xfrm>
          <a:off x="1970230" y="0"/>
          <a:ext cx="1509048" cy="13437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85541D-8337-4BA3-923F-033BAE6D7D95}">
      <dsp:nvSpPr>
        <dsp:cNvPr id="0" name=""/>
        <dsp:cNvSpPr/>
      </dsp:nvSpPr>
      <dsp:spPr>
        <a:xfrm>
          <a:off x="568971" y="1510267"/>
          <a:ext cx="4311566" cy="5759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1" kern="1200"/>
            <a:t>context:</a:t>
          </a:r>
          <a:endParaRPr lang="en-US" sz="3600" kern="1200"/>
        </a:p>
      </dsp:txBody>
      <dsp:txXfrm>
        <a:off x="568971" y="1510267"/>
        <a:ext cx="4311566" cy="575901"/>
      </dsp:txXfrm>
    </dsp:sp>
    <dsp:sp modelId="{80EA6A51-A613-439A-92B5-F91A40DC8DF2}">
      <dsp:nvSpPr>
        <dsp:cNvPr id="0" name=""/>
        <dsp:cNvSpPr/>
      </dsp:nvSpPr>
      <dsp:spPr>
        <a:xfrm>
          <a:off x="568971" y="2163609"/>
          <a:ext cx="4311566" cy="21889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Sets up context and state management for the expense tracker application.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Uses React's useReducer and createContext features.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Defines initial state, </a:t>
          </a:r>
          <a:r>
            <a:rPr lang="en-US" sz="1700" b="0" kern="1200"/>
            <a:t>actions </a:t>
          </a:r>
          <a:r>
            <a:rPr lang="en-US" sz="1700" kern="1200"/>
            <a:t>for </a:t>
          </a:r>
          <a:r>
            <a:rPr lang="en-US" sz="1700" b="0" kern="1200"/>
            <a:t>managing transactions, </a:t>
          </a:r>
          <a:r>
            <a:rPr lang="en-US" sz="1700" kern="1200"/>
            <a:t>and </a:t>
          </a:r>
          <a:r>
            <a:rPr lang="en-US" sz="1700" b="0" kern="1200"/>
            <a:t>a </a:t>
          </a:r>
          <a:r>
            <a:rPr lang="en-US" sz="1700" kern="1200"/>
            <a:t>balance calculation function.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Provides the context to the application's component tree.</a:t>
          </a:r>
        </a:p>
      </dsp:txBody>
      <dsp:txXfrm>
        <a:off x="568971" y="2163609"/>
        <a:ext cx="4311566" cy="2188934"/>
      </dsp:txXfrm>
    </dsp:sp>
    <dsp:sp modelId="{89F0098C-ADF3-4F8A-BE8A-D257F77AD910}">
      <dsp:nvSpPr>
        <dsp:cNvPr id="0" name=""/>
        <dsp:cNvSpPr/>
      </dsp:nvSpPr>
      <dsp:spPr>
        <a:xfrm>
          <a:off x="7036321" y="0"/>
          <a:ext cx="1509048" cy="13437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00ACDB-C907-48FA-A317-B12F906AE818}">
      <dsp:nvSpPr>
        <dsp:cNvPr id="0" name=""/>
        <dsp:cNvSpPr/>
      </dsp:nvSpPr>
      <dsp:spPr>
        <a:xfrm>
          <a:off x="5635062" y="1510267"/>
          <a:ext cx="4311566" cy="5759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1" kern="1200"/>
            <a:t>contextReducer:</a:t>
          </a:r>
          <a:endParaRPr lang="en-US" sz="3600" kern="1200"/>
        </a:p>
      </dsp:txBody>
      <dsp:txXfrm>
        <a:off x="5635062" y="1510267"/>
        <a:ext cx="4311566" cy="575901"/>
      </dsp:txXfrm>
    </dsp:sp>
    <dsp:sp modelId="{71456304-4786-4E5C-A98F-751043985495}">
      <dsp:nvSpPr>
        <dsp:cNvPr id="0" name=""/>
        <dsp:cNvSpPr/>
      </dsp:nvSpPr>
      <dsp:spPr>
        <a:xfrm>
          <a:off x="5635062" y="2163609"/>
          <a:ext cx="4311566" cy="21889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Defines a </a:t>
          </a:r>
          <a:r>
            <a:rPr lang="en-US" sz="1700" kern="1200" err="1"/>
            <a:t>contextReducer</a:t>
          </a:r>
          <a:r>
            <a:rPr lang="en-US" sz="1700" kern="1200"/>
            <a:t> function for managing state changes related to financial transactions.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Handles actions for deleting a transaction and adding a new transaction.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Ensures consistent management and persistence of transaction data in localStorage.</a:t>
          </a:r>
        </a:p>
      </dsp:txBody>
      <dsp:txXfrm>
        <a:off x="5635062" y="2163609"/>
        <a:ext cx="4311566" cy="218893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E88421-3E2F-4D89-BBE0-122FDA029037}">
      <dsp:nvSpPr>
        <dsp:cNvPr id="0" name=""/>
        <dsp:cNvSpPr/>
      </dsp:nvSpPr>
      <dsp:spPr>
        <a:xfrm>
          <a:off x="4241450" y="143547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85541D-8337-4BA3-923F-033BAE6D7D95}">
      <dsp:nvSpPr>
        <dsp:cNvPr id="0" name=""/>
        <dsp:cNvSpPr/>
      </dsp:nvSpPr>
      <dsp:spPr>
        <a:xfrm>
          <a:off x="2837450" y="1826146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1" kern="1200" err="1"/>
            <a:t>formatDate</a:t>
          </a:r>
          <a:r>
            <a:rPr lang="en-US" sz="3600" b="1" kern="1200"/>
            <a:t>:</a:t>
          </a:r>
          <a:endParaRPr lang="en-US" sz="3600" kern="1200"/>
        </a:p>
      </dsp:txBody>
      <dsp:txXfrm>
        <a:off x="2837450" y="1826146"/>
        <a:ext cx="4320000" cy="648000"/>
      </dsp:txXfrm>
    </dsp:sp>
    <dsp:sp modelId="{80EA6A51-A613-439A-92B5-F91A40DC8DF2}">
      <dsp:nvSpPr>
        <dsp:cNvPr id="0" name=""/>
        <dsp:cNvSpPr/>
      </dsp:nvSpPr>
      <dsp:spPr>
        <a:xfrm>
          <a:off x="2837450" y="2553494"/>
          <a:ext cx="4320000" cy="1557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Exports a JavaScript function for </a:t>
          </a:r>
          <a:r>
            <a:rPr lang="en-US" sz="1700" b="0" kern="1200"/>
            <a:t>formatting dates into a </a:t>
          </a:r>
          <a:r>
            <a:rPr lang="en-US" sz="1700" kern="1200"/>
            <a:t>standard string format (YYYY-MM-DD).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Provides a utility for formatting dates commonly used in databases, APIs, or user interfaces.</a:t>
          </a:r>
        </a:p>
      </dsp:txBody>
      <dsp:txXfrm>
        <a:off x="2837450" y="2553494"/>
        <a:ext cx="4320000" cy="155745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DA3C83-CCED-4E11-8E25-86A6204C18A2}">
      <dsp:nvSpPr>
        <dsp:cNvPr id="0" name=""/>
        <dsp:cNvSpPr/>
      </dsp:nvSpPr>
      <dsp:spPr>
        <a:xfrm>
          <a:off x="861" y="0"/>
          <a:ext cx="3489945" cy="381428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729" tIns="0" rIns="344729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Personal Finance Management:</a:t>
          </a:r>
          <a:endParaRPr lang="en-US" sz="17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>
              <a:solidFill>
                <a:srgbClr val="D1D5DB"/>
              </a:solidFill>
            </a:rPr>
            <a:t>Track income and expenses for personal financial organization.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>
              <a:solidFill>
                <a:srgbClr val="D1D5DB"/>
              </a:solidFill>
            </a:rPr>
            <a:t>Set budgets and financial goals.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>
              <a:solidFill>
                <a:srgbClr val="D1D5DB"/>
              </a:solidFill>
            </a:rPr>
            <a:t>Analyze spending patterns for informed decision-making.</a:t>
          </a:r>
          <a:endParaRPr lang="en-US" sz="1300" kern="1200" dirty="0"/>
        </a:p>
      </dsp:txBody>
      <dsp:txXfrm>
        <a:off x="861" y="1525712"/>
        <a:ext cx="3489945" cy="2288568"/>
      </dsp:txXfrm>
    </dsp:sp>
    <dsp:sp modelId="{99998902-0F37-46F2-ACD9-4E97343FB2B9}">
      <dsp:nvSpPr>
        <dsp:cNvPr id="0" name=""/>
        <dsp:cNvSpPr/>
      </dsp:nvSpPr>
      <dsp:spPr>
        <a:xfrm>
          <a:off x="861" y="0"/>
          <a:ext cx="3489945" cy="1525712"/>
        </a:xfrm>
        <a:prstGeom prst="rect">
          <a:avLst/>
        </a:prstGeom>
        <a:noFill/>
        <a:ln w="2222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729" tIns="165100" rIns="344729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861" y="0"/>
        <a:ext cx="3489945" cy="1525712"/>
      </dsp:txXfrm>
    </dsp:sp>
    <dsp:sp modelId="{17A7A633-CC76-4B75-8F3C-3885AC1B78AC}">
      <dsp:nvSpPr>
        <dsp:cNvPr id="0" name=""/>
        <dsp:cNvSpPr/>
      </dsp:nvSpPr>
      <dsp:spPr>
        <a:xfrm>
          <a:off x="3770002" y="0"/>
          <a:ext cx="3489945" cy="3814281"/>
        </a:xfrm>
        <a:prstGeom prst="rect">
          <a:avLst/>
        </a:prstGeom>
        <a:solidFill>
          <a:schemeClr val="accent2">
            <a:hueOff val="10062922"/>
            <a:satOff val="-94"/>
            <a:lumOff val="2843"/>
            <a:alphaOff val="0"/>
          </a:schemeClr>
        </a:solidFill>
        <a:ln w="22225" cap="rnd" cmpd="sng" algn="ctr">
          <a:solidFill>
            <a:schemeClr val="accent2">
              <a:hueOff val="10062922"/>
              <a:satOff val="-94"/>
              <a:lumOff val="284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729" tIns="0" rIns="344729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Small Business Finance:</a:t>
          </a:r>
          <a:endParaRPr lang="en-US" sz="17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>
              <a:solidFill>
                <a:srgbClr val="D1D5DB"/>
              </a:solidFill>
            </a:rPr>
            <a:t>Manage income and expenses for small business operations.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>
              <a:solidFill>
                <a:srgbClr val="D1D5DB"/>
              </a:solidFill>
            </a:rPr>
            <a:t>Monitor cash flow and budget effectively.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>
              <a:solidFill>
                <a:srgbClr val="D1D5DB"/>
              </a:solidFill>
            </a:rPr>
            <a:t>Optimize financial performance for business growth.</a:t>
          </a:r>
          <a:endParaRPr lang="en-US" sz="1300" kern="1200" dirty="0"/>
        </a:p>
      </dsp:txBody>
      <dsp:txXfrm>
        <a:off x="3770002" y="1525712"/>
        <a:ext cx="3489945" cy="2288568"/>
      </dsp:txXfrm>
    </dsp:sp>
    <dsp:sp modelId="{3788920B-16BD-4E9A-8B76-30C89E112DF1}">
      <dsp:nvSpPr>
        <dsp:cNvPr id="0" name=""/>
        <dsp:cNvSpPr/>
      </dsp:nvSpPr>
      <dsp:spPr>
        <a:xfrm>
          <a:off x="3770002" y="0"/>
          <a:ext cx="3489945" cy="1525712"/>
        </a:xfrm>
        <a:prstGeom prst="rect">
          <a:avLst/>
        </a:prstGeom>
        <a:noFill/>
        <a:ln w="2222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729" tIns="165100" rIns="344729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770002" y="0"/>
        <a:ext cx="3489945" cy="1525712"/>
      </dsp:txXfrm>
    </dsp:sp>
    <dsp:sp modelId="{42AAE607-7A1F-4393-AACF-3ACB5ECBAB5D}">
      <dsp:nvSpPr>
        <dsp:cNvPr id="0" name=""/>
        <dsp:cNvSpPr/>
      </dsp:nvSpPr>
      <dsp:spPr>
        <a:xfrm>
          <a:off x="7539143" y="0"/>
          <a:ext cx="3489945" cy="3814281"/>
        </a:xfrm>
        <a:prstGeom prst="rect">
          <a:avLst/>
        </a:prstGeom>
        <a:solidFill>
          <a:schemeClr val="accent2">
            <a:hueOff val="20125844"/>
            <a:satOff val="-187"/>
            <a:lumOff val="5687"/>
            <a:alphaOff val="0"/>
          </a:schemeClr>
        </a:solidFill>
        <a:ln w="22225" cap="rnd" cmpd="sng" algn="ctr">
          <a:solidFill>
            <a:schemeClr val="accent2">
              <a:hueOff val="20125844"/>
              <a:satOff val="-187"/>
              <a:lumOff val="568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729" tIns="0" rIns="344729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Financial Planning and Analysis:</a:t>
          </a:r>
          <a:endParaRPr lang="en-US" sz="17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>
              <a:solidFill>
                <a:srgbClr val="D1D5DB"/>
              </a:solidFill>
            </a:rPr>
            <a:t>Create comprehensive financial profiles.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>
              <a:solidFill>
                <a:srgbClr val="D1D5DB"/>
              </a:solidFill>
            </a:rPr>
            <a:t>Plan budgets and savings goals.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>
              <a:solidFill>
                <a:srgbClr val="D1D5DB"/>
              </a:solidFill>
            </a:rPr>
            <a:t>Analyze past spending patterns for financial decision-making.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>
              <a:solidFill>
                <a:srgbClr val="D1D5DB"/>
              </a:solidFill>
            </a:rPr>
            <a:t>Track progress toward long-term financial objectives.</a:t>
          </a:r>
          <a:endParaRPr lang="en-US" sz="1300" kern="1200" dirty="0"/>
        </a:p>
      </dsp:txBody>
      <dsp:txXfrm>
        <a:off x="7539143" y="1525712"/>
        <a:ext cx="3489945" cy="2288568"/>
      </dsp:txXfrm>
    </dsp:sp>
    <dsp:sp modelId="{1E456AE6-8E03-4178-9A3E-2BD508236B1B}">
      <dsp:nvSpPr>
        <dsp:cNvPr id="0" name=""/>
        <dsp:cNvSpPr/>
      </dsp:nvSpPr>
      <dsp:spPr>
        <a:xfrm>
          <a:off x="7539143" y="0"/>
          <a:ext cx="3489945" cy="1525712"/>
        </a:xfrm>
        <a:prstGeom prst="rect">
          <a:avLst/>
        </a:prstGeom>
        <a:noFill/>
        <a:ln w="2222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729" tIns="165100" rIns="344729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539143" y="0"/>
        <a:ext cx="3489945" cy="152571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BCE842-FA33-40EF-96FC-7E79494FB1E8}">
      <dsp:nvSpPr>
        <dsp:cNvPr id="0" name=""/>
        <dsp:cNvSpPr/>
      </dsp:nvSpPr>
      <dsp:spPr>
        <a:xfrm>
          <a:off x="0" y="1727"/>
          <a:ext cx="6651253" cy="7359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15CC40-B58E-492F-B7C9-DA544F6F13DF}">
      <dsp:nvSpPr>
        <dsp:cNvPr id="0" name=""/>
        <dsp:cNvSpPr/>
      </dsp:nvSpPr>
      <dsp:spPr>
        <a:xfrm>
          <a:off x="222611" y="167305"/>
          <a:ext cx="404747" cy="4047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2A4C25-6B0E-4C01-B35F-322952D689E3}">
      <dsp:nvSpPr>
        <dsp:cNvPr id="0" name=""/>
        <dsp:cNvSpPr/>
      </dsp:nvSpPr>
      <dsp:spPr>
        <a:xfrm>
          <a:off x="849970" y="1727"/>
          <a:ext cx="5801282" cy="735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883" tIns="77883" rIns="77883" bIns="7788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Expense Reminders</a:t>
          </a:r>
        </a:p>
      </dsp:txBody>
      <dsp:txXfrm>
        <a:off x="849970" y="1727"/>
        <a:ext cx="5801282" cy="735904"/>
      </dsp:txXfrm>
    </dsp:sp>
    <dsp:sp modelId="{7F718FC9-5941-4EAE-AACD-3F0A447EAC4E}">
      <dsp:nvSpPr>
        <dsp:cNvPr id="0" name=""/>
        <dsp:cNvSpPr/>
      </dsp:nvSpPr>
      <dsp:spPr>
        <a:xfrm>
          <a:off x="0" y="921608"/>
          <a:ext cx="6651253" cy="7359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44E008-6E0E-496F-B79D-B904E8020624}">
      <dsp:nvSpPr>
        <dsp:cNvPr id="0" name=""/>
        <dsp:cNvSpPr/>
      </dsp:nvSpPr>
      <dsp:spPr>
        <a:xfrm>
          <a:off x="222611" y="1087186"/>
          <a:ext cx="404747" cy="4047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7AFE63-B960-454D-BDC5-08B5655EC538}">
      <dsp:nvSpPr>
        <dsp:cNvPr id="0" name=""/>
        <dsp:cNvSpPr/>
      </dsp:nvSpPr>
      <dsp:spPr>
        <a:xfrm>
          <a:off x="849970" y="921608"/>
          <a:ext cx="5801282" cy="735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883" tIns="77883" rIns="77883" bIns="7788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Advanced Budgeting Tools</a:t>
          </a:r>
        </a:p>
      </dsp:txBody>
      <dsp:txXfrm>
        <a:off x="849970" y="921608"/>
        <a:ext cx="5801282" cy="735904"/>
      </dsp:txXfrm>
    </dsp:sp>
    <dsp:sp modelId="{A61F08A7-D5A9-44C6-B6FB-40278F8D5678}">
      <dsp:nvSpPr>
        <dsp:cNvPr id="0" name=""/>
        <dsp:cNvSpPr/>
      </dsp:nvSpPr>
      <dsp:spPr>
        <a:xfrm>
          <a:off x="0" y="1841489"/>
          <a:ext cx="6651253" cy="7359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D851F5-038F-49C3-8357-8EA582E14B30}">
      <dsp:nvSpPr>
        <dsp:cNvPr id="0" name=""/>
        <dsp:cNvSpPr/>
      </dsp:nvSpPr>
      <dsp:spPr>
        <a:xfrm>
          <a:off x="222611" y="2007067"/>
          <a:ext cx="404747" cy="4047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4D934F-7AF5-416A-9B91-97BAF8961D46}">
      <dsp:nvSpPr>
        <dsp:cNvPr id="0" name=""/>
        <dsp:cNvSpPr/>
      </dsp:nvSpPr>
      <dsp:spPr>
        <a:xfrm>
          <a:off x="849970" y="1841489"/>
          <a:ext cx="5801282" cy="735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883" tIns="77883" rIns="77883" bIns="7788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Integration with Financial Institutions</a:t>
          </a:r>
        </a:p>
      </dsp:txBody>
      <dsp:txXfrm>
        <a:off x="849970" y="1841489"/>
        <a:ext cx="5801282" cy="735904"/>
      </dsp:txXfrm>
    </dsp:sp>
    <dsp:sp modelId="{ED2931DB-2AFE-4B07-A7A6-A4C2A6C71268}">
      <dsp:nvSpPr>
        <dsp:cNvPr id="0" name=""/>
        <dsp:cNvSpPr/>
      </dsp:nvSpPr>
      <dsp:spPr>
        <a:xfrm>
          <a:off x="0" y="2761370"/>
          <a:ext cx="6651253" cy="7359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0ADE6E-0A3C-4C3C-A927-BB786DC9C78B}">
      <dsp:nvSpPr>
        <dsp:cNvPr id="0" name=""/>
        <dsp:cNvSpPr/>
      </dsp:nvSpPr>
      <dsp:spPr>
        <a:xfrm>
          <a:off x="222611" y="2926948"/>
          <a:ext cx="404747" cy="40474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8BB5E1-3CA4-4973-81DF-C89A28EB89FB}">
      <dsp:nvSpPr>
        <dsp:cNvPr id="0" name=""/>
        <dsp:cNvSpPr/>
      </dsp:nvSpPr>
      <dsp:spPr>
        <a:xfrm>
          <a:off x="849970" y="2761370"/>
          <a:ext cx="5801282" cy="735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883" tIns="77883" rIns="77883" bIns="7788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Investment Tracking</a:t>
          </a:r>
        </a:p>
      </dsp:txBody>
      <dsp:txXfrm>
        <a:off x="849970" y="2761370"/>
        <a:ext cx="5801282" cy="735904"/>
      </dsp:txXfrm>
    </dsp:sp>
    <dsp:sp modelId="{CBE29DED-4BB1-4CF9-8BBF-0DB991351DF4}">
      <dsp:nvSpPr>
        <dsp:cNvPr id="0" name=""/>
        <dsp:cNvSpPr/>
      </dsp:nvSpPr>
      <dsp:spPr>
        <a:xfrm>
          <a:off x="0" y="3681251"/>
          <a:ext cx="6651253" cy="7359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3FAA33-221B-4C1C-82C5-3B099376D7FE}">
      <dsp:nvSpPr>
        <dsp:cNvPr id="0" name=""/>
        <dsp:cNvSpPr/>
      </dsp:nvSpPr>
      <dsp:spPr>
        <a:xfrm>
          <a:off x="222611" y="3846829"/>
          <a:ext cx="404747" cy="40474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FE75FC-2614-4045-AEA7-DECCA0194595}">
      <dsp:nvSpPr>
        <dsp:cNvPr id="0" name=""/>
        <dsp:cNvSpPr/>
      </dsp:nvSpPr>
      <dsp:spPr>
        <a:xfrm>
          <a:off x="849970" y="3681251"/>
          <a:ext cx="5801282" cy="735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883" tIns="77883" rIns="77883" bIns="7788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Enhanced Security</a:t>
          </a:r>
        </a:p>
      </dsp:txBody>
      <dsp:txXfrm>
        <a:off x="849970" y="3681251"/>
        <a:ext cx="5801282" cy="735904"/>
      </dsp:txXfrm>
    </dsp:sp>
    <dsp:sp modelId="{63B1E8D9-121E-48C8-95D4-7BAB85CFB7D5}">
      <dsp:nvSpPr>
        <dsp:cNvPr id="0" name=""/>
        <dsp:cNvSpPr/>
      </dsp:nvSpPr>
      <dsp:spPr>
        <a:xfrm>
          <a:off x="0" y="4601132"/>
          <a:ext cx="6651253" cy="7359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C59929-A6B5-4A4C-9E34-444DD777F414}">
      <dsp:nvSpPr>
        <dsp:cNvPr id="0" name=""/>
        <dsp:cNvSpPr/>
      </dsp:nvSpPr>
      <dsp:spPr>
        <a:xfrm>
          <a:off x="222611" y="4766710"/>
          <a:ext cx="404747" cy="40474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A7177B-9B64-493C-89A2-F9E35AAD495B}">
      <dsp:nvSpPr>
        <dsp:cNvPr id="0" name=""/>
        <dsp:cNvSpPr/>
      </dsp:nvSpPr>
      <dsp:spPr>
        <a:xfrm>
          <a:off x="849970" y="4601132"/>
          <a:ext cx="5801282" cy="735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883" tIns="77883" rIns="77883" bIns="7788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Uder Feedback and Integeration</a:t>
          </a:r>
        </a:p>
      </dsp:txBody>
      <dsp:txXfrm>
        <a:off x="849970" y="4601132"/>
        <a:ext cx="5801282" cy="7359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3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1" descr="Tag=AccentColor&#10;Flavor=Light&#10;Target=Fill">
            <a:extLst>
              <a:ext uri="{FF2B5EF4-FFF2-40B4-BE49-F238E27FC236}">
                <a16:creationId xmlns:a16="http://schemas.microsoft.com/office/drawing/2014/main" id="{0D57E7FA-E8FC-45AC-868F-CDC8144939D6}"/>
              </a:ext>
            </a:extLst>
          </p:cNvPr>
          <p:cNvSpPr/>
          <p:nvPr/>
        </p:nvSpPr>
        <p:spPr>
          <a:xfrm rot="10800000" flipV="1">
            <a:off x="2599854" y="527562"/>
            <a:ext cx="6992292" cy="5102484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94A5-EB6F-441D-88F8-CD7A30C84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8760" y="1591056"/>
            <a:ext cx="5705856" cy="3264408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CE1E3-3929-42A6-81B7-056BD88EF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8616"/>
            <a:ext cx="5705856" cy="996696"/>
          </a:xfrm>
        </p:spPr>
        <p:txBody>
          <a:bodyPr/>
          <a:lstStyle>
            <a:lvl1pPr marL="0" indent="0" algn="l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951E3-0794-422C-AF76-0AD4A7FB1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EBFA8-0291-4D77-A9D9-B17FC2382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AC4D4-C4EE-4624-A329-C608A1D5A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9510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13B7BB51-92B8-4089-8DAB-1202A4D1C6A3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E770-8363-44CD-8A22-AB26C5C5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0668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9" descr="Tag=AccentColor&#10;Flavor=Light&#10;Target=Fill">
            <a:extLst>
              <a:ext uri="{FF2B5EF4-FFF2-40B4-BE49-F238E27FC236}">
                <a16:creationId xmlns:a16="http://schemas.microsoft.com/office/drawing/2014/main" id="{DB2CE8D6-5B4E-4EBE-9ED5-A1DA7E2A5CDA}"/>
              </a:ext>
            </a:extLst>
          </p:cNvPr>
          <p:cNvSpPr/>
          <p:nvPr/>
        </p:nvSpPr>
        <p:spPr>
          <a:xfrm>
            <a:off x="7209816" y="0"/>
            <a:ext cx="4143984" cy="5747660"/>
          </a:xfrm>
          <a:custGeom>
            <a:avLst/>
            <a:gdLst>
              <a:gd name="connsiteX0" fmla="*/ 0 w 3843750"/>
              <a:gd name="connsiteY0" fmla="*/ 346 h 5956080"/>
              <a:gd name="connsiteX1" fmla="*/ 72373 w 3843750"/>
              <a:gd name="connsiteY1" fmla="*/ 2447534 h 5956080"/>
              <a:gd name="connsiteX2" fmla="*/ 145093 w 3843750"/>
              <a:gd name="connsiteY2" fmla="*/ 3878724 h 5956080"/>
              <a:gd name="connsiteX3" fmla="*/ 237897 w 3843750"/>
              <a:gd name="connsiteY3" fmla="*/ 4208041 h 5956080"/>
              <a:gd name="connsiteX4" fmla="*/ 281875 w 3843750"/>
              <a:gd name="connsiteY4" fmla="*/ 4677601 h 5956080"/>
              <a:gd name="connsiteX5" fmla="*/ 360135 w 3843750"/>
              <a:gd name="connsiteY5" fmla="*/ 5287407 h 5956080"/>
              <a:gd name="connsiteX6" fmla="*/ 414155 w 3843750"/>
              <a:gd name="connsiteY6" fmla="*/ 5817914 h 5956080"/>
              <a:gd name="connsiteX7" fmla="*/ 681487 w 3843750"/>
              <a:gd name="connsiteY7" fmla="*/ 5914873 h 5956080"/>
              <a:gd name="connsiteX8" fmla="*/ 892373 w 3843750"/>
              <a:gd name="connsiteY8" fmla="*/ 5605295 h 5956080"/>
              <a:gd name="connsiteX9" fmla="*/ 1027770 w 3843750"/>
              <a:gd name="connsiteY9" fmla="*/ 5804063 h 5956080"/>
              <a:gd name="connsiteX10" fmla="*/ 1200566 w 3843750"/>
              <a:gd name="connsiteY10" fmla="*/ 5527036 h 5956080"/>
              <a:gd name="connsiteX11" fmla="*/ 1348083 w 3843750"/>
              <a:gd name="connsiteY11" fmla="*/ 5363590 h 5956080"/>
              <a:gd name="connsiteX12" fmla="*/ 1425997 w 3843750"/>
              <a:gd name="connsiteY12" fmla="*/ 4800532 h 5956080"/>
              <a:gd name="connsiteX13" fmla="*/ 1517416 w 3843750"/>
              <a:gd name="connsiteY13" fmla="*/ 4640549 h 5956080"/>
              <a:gd name="connsiteX14" fmla="*/ 1569705 w 3843750"/>
              <a:gd name="connsiteY14" fmla="*/ 4803995 h 5956080"/>
              <a:gd name="connsiteX15" fmla="*/ 1530921 w 3843750"/>
              <a:gd name="connsiteY15" fmla="*/ 5433885 h 5956080"/>
              <a:gd name="connsiteX16" fmla="*/ 1614721 w 3843750"/>
              <a:gd name="connsiteY16" fmla="*/ 5319957 h 5956080"/>
              <a:gd name="connsiteX17" fmla="*/ 1800676 w 3843750"/>
              <a:gd name="connsiteY17" fmla="*/ 4608691 h 5956080"/>
              <a:gd name="connsiteX18" fmla="*/ 1918759 w 3843750"/>
              <a:gd name="connsiteY18" fmla="*/ 4486799 h 5956080"/>
              <a:gd name="connsiteX19" fmla="*/ 2009139 w 3843750"/>
              <a:gd name="connsiteY19" fmla="*/ 4715000 h 5956080"/>
              <a:gd name="connsiteX20" fmla="*/ 2135532 w 3843750"/>
              <a:gd name="connsiteY20" fmla="*/ 5321689 h 5956080"/>
              <a:gd name="connsiteX21" fmla="*/ 2209291 w 3843750"/>
              <a:gd name="connsiteY21" fmla="*/ 5028733 h 5956080"/>
              <a:gd name="connsiteX22" fmla="*/ 2501208 w 3843750"/>
              <a:gd name="connsiteY22" fmla="*/ 4457711 h 5956080"/>
              <a:gd name="connsiteX23" fmla="*/ 2695127 w 3843750"/>
              <a:gd name="connsiteY23" fmla="*/ 4973674 h 5956080"/>
              <a:gd name="connsiteX24" fmla="*/ 2825329 w 3843750"/>
              <a:gd name="connsiteY24" fmla="*/ 4563328 h 5956080"/>
              <a:gd name="connsiteX25" fmla="*/ 2904628 w 3843750"/>
              <a:gd name="connsiteY25" fmla="*/ 4466368 h 5956080"/>
              <a:gd name="connsiteX26" fmla="*/ 2922635 w 3843750"/>
              <a:gd name="connsiteY26" fmla="*/ 4519696 h 5956080"/>
              <a:gd name="connsiteX27" fmla="*/ 3089544 w 3843750"/>
              <a:gd name="connsiteY27" fmla="*/ 3606545 h 5956080"/>
              <a:gd name="connsiteX28" fmla="*/ 3150490 w 3843750"/>
              <a:gd name="connsiteY28" fmla="*/ 3989882 h 5956080"/>
              <a:gd name="connsiteX29" fmla="*/ 3755448 w 3843750"/>
              <a:gd name="connsiteY29" fmla="*/ 1538193 h 5956080"/>
              <a:gd name="connsiteX30" fmla="*/ 3850330 w 3843750"/>
              <a:gd name="connsiteY30" fmla="*/ 0 h 5956080"/>
              <a:gd name="connsiteX31" fmla="*/ 0 w 3843750"/>
              <a:gd name="connsiteY31" fmla="*/ 0 h 5956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843750" h="595608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78991"/>
            <a:ext cx="5266944" cy="3136392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BBAC4-9088-44CF-BA2D-B8DD24FB5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79392"/>
            <a:ext cx="5266944" cy="1500187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9961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FD51F360-8860-4FB5-A0A5-773473DD8B39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77EC9-372A-4ECA-9088-780532AF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82CE-1B27-414A-9B06-AA5D2DB68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97E60-5D92-4530-96D1-FC09AF3C2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088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240FE-0C6A-47E9-9B0A-7B3C6087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1AE1B-BB18-4C7E-AA77-3A4D401A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A7B1D-FEDD-4E29-A352-29E5F498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273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90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90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4415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 descr="Tag=AccentColor&#10;Flavor=Light&#10;Target=Fill">
            <a:extLst>
              <a:ext uri="{FF2B5EF4-FFF2-40B4-BE49-F238E27FC236}">
                <a16:creationId xmlns:a16="http://schemas.microsoft.com/office/drawing/2014/main" id="{AAFBE1F6-FC6D-4C3D-9AC3-97028E6F18C7}"/>
              </a:ext>
            </a:extLst>
          </p:cNvPr>
          <p:cNvSpPr/>
          <p:nvPr/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784" y="1572768"/>
            <a:ext cx="6501384" cy="4096512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3410F-8A90-47F6-BD39-4AC0E435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819A9-F8DE-4E5C-AFC3-E0105ACD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25320-A12F-4F3E-8EC9-11292F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378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9677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 descr="Mask ID=&#10;Mask position=bottom, center&#10;Mask family= brushstroke, landscape, wide">
            <a:extLst>
              <a:ext uri="{FF2B5EF4-FFF2-40B4-BE49-F238E27FC236}">
                <a16:creationId xmlns:a16="http://schemas.microsoft.com/office/drawing/2014/main" id="{736BF44D-E8DD-45FA-931D-CBCC67D57944}"/>
              </a:ext>
            </a:extLst>
          </p:cNvPr>
          <p:cNvSpPr/>
          <p:nvPr/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7149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76C5A8FA-6B61-4934-AF55-C595090CA5DC}"/>
              </a:ext>
            </a:extLst>
          </p:cNvPr>
          <p:cNvSpPr/>
          <p:nvPr/>
        </p:nvSpPr>
        <p:spPr>
          <a:xfrm>
            <a:off x="4726728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AD042-DE90-4088-8A07-B9A64C2C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FC98-62A0-445A-BEDA-785BE925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168" y="640080"/>
            <a:ext cx="4489704" cy="5596128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D7827-8489-4EE4-88EE-16685FE6D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776472"/>
            <a:ext cx="3886200" cy="24688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3534F-EA91-4A50-B0F6-10D689E4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F3F7-8B4B-4015-AA9C-109D05B2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B6EE2-78A1-4D01-87BE-A1487FBD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6850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 descr="Tag=AccentColor&#10;Flavor=Light&#10;Target=Fill">
            <a:extLst>
              <a:ext uri="{FF2B5EF4-FFF2-40B4-BE49-F238E27FC236}">
                <a16:creationId xmlns:a16="http://schemas.microsoft.com/office/drawing/2014/main" id="{0EE21C0F-70D8-4F3C-9392-07559C90EE6E}"/>
              </a:ext>
            </a:extLst>
          </p:cNvPr>
          <p:cNvSpPr/>
          <p:nvPr/>
        </p:nvSpPr>
        <p:spPr>
          <a:xfrm rot="10800000" flipH="1" flipV="1">
            <a:off x="684965" y="1332237"/>
            <a:ext cx="5263732" cy="3841102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B1DFE-8154-440D-93CF-FEF7860E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2" y="2523744"/>
            <a:ext cx="3831336" cy="1453896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9D1F5-05CC-48F3-A314-315EF1703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11696" y="640079"/>
            <a:ext cx="4837176" cy="556869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807DE-1178-4BBB-89D8-9046239C2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5064" y="4087368"/>
            <a:ext cx="3319272" cy="649224"/>
          </a:xfrm>
        </p:spPr>
        <p:txBody>
          <a:bodyPr>
            <a:noAutofit/>
          </a:bodyPr>
          <a:lstStyle>
            <a:lvl1pPr marL="0" indent="0" algn="ctr">
              <a:buNone/>
              <a:defRPr sz="2000" cap="all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8EA59-A1BC-48B7-9495-6D5C6035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85A72-B50F-440E-AAD3-53C099F6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2D00B-4207-4720-8C68-605CAFDD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579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888B-58B8-4428-8B1D-4E26FC5D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4F67B-D516-42FA-A2CA-2DCD37CFE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BA5FF-4919-4FF8-9C04-06CE156B7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DA970-128E-4150-8E5A-A1B056E83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C6CD1-EE5E-42EF-B76D-BB803BA6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6232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0C2A1B-34CA-4877-9435-D77DF32575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55E5E-4A81-44CC-8D99-F56E625D4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EECF-A221-4ECC-AD9C-E197D516D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F41AE-0DDE-49ED-9F0C-E0E16F599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7FB7-77F0-4C43-B81E-D04B31C9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741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12/1/2023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12/1/2023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12/1/2023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12/1/2023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12/1/2023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12/1/2023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12/1/2023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12/1/2023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12/1/2023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12/1/2023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12/1/2023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12/1/2023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05962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12/1/2023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359830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12/1/2023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06005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12/1/2023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92549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12/1/2023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61949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12/1/2023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9072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12/1/2023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22321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12/1/2023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81401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12/1/2023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50642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12/1/2023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62240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12/1/2023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704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microsoft.com/office/2007/relationships/hdphoto" Target="../media/hdphoto1.wdp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4E684-10F4-4CC3-A0B9-F03AA7BE37CF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294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12/1/2023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12/1/2023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3362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7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coincanvas.netlify.app/" TargetMode="Externa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36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13B7BB51-92B8-4089-8DAB-1202A4D1C6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315111"/>
            <a:ext cx="3021543" cy="1435442"/>
          </a:xfrm>
          <a:custGeom>
            <a:avLst/>
            <a:gdLst/>
            <a:ahLst/>
            <a:cxnLst/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889AE703-9EC1-473D-8723-8E991E8852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yellow ball on a cube&#10;&#10;Description automatically generated">
            <a:extLst>
              <a:ext uri="{FF2B5EF4-FFF2-40B4-BE49-F238E27FC236}">
                <a16:creationId xmlns:a16="http://schemas.microsoft.com/office/drawing/2014/main" id="{9BFDA5AF-23B7-CDE1-36E6-E13DC2E314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366" r="-1" b="7764"/>
          <a:stretch/>
        </p:blipFill>
        <p:spPr>
          <a:xfrm>
            <a:off x="20" y="10"/>
            <a:ext cx="7534636" cy="6857990"/>
          </a:xfrm>
          <a:custGeom>
            <a:avLst/>
            <a:gdLst/>
            <a:ahLst/>
            <a:cxnLst/>
            <a:rect l="l" t="t" r="r" b="b"/>
            <a:pathLst>
              <a:path w="7534656" h="6858000">
                <a:moveTo>
                  <a:pt x="4678390" y="3089451"/>
                </a:moveTo>
                <a:cubicBezTo>
                  <a:pt x="4704756" y="3107456"/>
                  <a:pt x="4731118" y="3125461"/>
                  <a:pt x="4757484" y="3143466"/>
                </a:cubicBezTo>
                <a:cubicBezTo>
                  <a:pt x="4742694" y="3138965"/>
                  <a:pt x="4726618" y="3134464"/>
                  <a:pt x="4711185" y="3129962"/>
                </a:cubicBezTo>
                <a:cubicBezTo>
                  <a:pt x="4698324" y="3119029"/>
                  <a:pt x="4684820" y="3108743"/>
                  <a:pt x="4671961" y="3097166"/>
                </a:cubicBezTo>
                <a:cubicBezTo>
                  <a:pt x="4673888" y="3094594"/>
                  <a:pt x="4676460" y="3092024"/>
                  <a:pt x="4678390" y="3089451"/>
                </a:cubicBezTo>
                <a:close/>
                <a:moveTo>
                  <a:pt x="5151664" y="2187270"/>
                </a:moveTo>
                <a:cubicBezTo>
                  <a:pt x="5309853" y="2295300"/>
                  <a:pt x="5468040" y="2403973"/>
                  <a:pt x="5626227" y="2512004"/>
                </a:cubicBezTo>
                <a:cubicBezTo>
                  <a:pt x="5623653" y="2514576"/>
                  <a:pt x="5621726" y="2517148"/>
                  <a:pt x="5619152" y="2519721"/>
                </a:cubicBezTo>
                <a:cubicBezTo>
                  <a:pt x="5445533" y="2428409"/>
                  <a:pt x="5281559" y="2326810"/>
                  <a:pt x="5151664" y="2187270"/>
                </a:cubicBezTo>
                <a:close/>
                <a:moveTo>
                  <a:pt x="0" y="0"/>
                </a:moveTo>
                <a:lnTo>
                  <a:pt x="7534656" y="0"/>
                </a:lnTo>
                <a:lnTo>
                  <a:pt x="7534656" y="2520617"/>
                </a:lnTo>
                <a:lnTo>
                  <a:pt x="7532186" y="2520363"/>
                </a:lnTo>
                <a:cubicBezTo>
                  <a:pt x="7340561" y="2495285"/>
                  <a:pt x="6360574" y="2283083"/>
                  <a:pt x="6073136" y="2103675"/>
                </a:cubicBezTo>
                <a:cubicBezTo>
                  <a:pt x="5779268" y="1919767"/>
                  <a:pt x="5502120" y="1716567"/>
                  <a:pt x="5226257" y="1512725"/>
                </a:cubicBezTo>
                <a:cubicBezTo>
                  <a:pt x="5106652" y="1424628"/>
                  <a:pt x="4979331" y="1344249"/>
                  <a:pt x="4871300" y="1243293"/>
                </a:cubicBezTo>
                <a:cubicBezTo>
                  <a:pt x="4763272" y="1141694"/>
                  <a:pt x="4660386" y="1036235"/>
                  <a:pt x="4543354" y="942352"/>
                </a:cubicBezTo>
                <a:cubicBezTo>
                  <a:pt x="4509916" y="915344"/>
                  <a:pt x="4476478" y="886408"/>
                  <a:pt x="4427606" y="881906"/>
                </a:cubicBezTo>
                <a:cubicBezTo>
                  <a:pt x="4416676" y="880620"/>
                  <a:pt x="4405100" y="881263"/>
                  <a:pt x="4394168" y="882548"/>
                </a:cubicBezTo>
                <a:cubicBezTo>
                  <a:pt x="4381952" y="883835"/>
                  <a:pt x="4372305" y="890265"/>
                  <a:pt x="4367803" y="901197"/>
                </a:cubicBezTo>
                <a:cubicBezTo>
                  <a:pt x="4363304" y="913416"/>
                  <a:pt x="4371019" y="920488"/>
                  <a:pt x="4380021" y="926918"/>
                </a:cubicBezTo>
                <a:cubicBezTo>
                  <a:pt x="4386451" y="931420"/>
                  <a:pt x="4392881" y="938494"/>
                  <a:pt x="4401241" y="939779"/>
                </a:cubicBezTo>
                <a:cubicBezTo>
                  <a:pt x="4454614" y="947496"/>
                  <a:pt x="4474548" y="986721"/>
                  <a:pt x="4499626" y="1021444"/>
                </a:cubicBezTo>
                <a:cubicBezTo>
                  <a:pt x="4510559" y="1036235"/>
                  <a:pt x="4522132" y="1047810"/>
                  <a:pt x="4502199" y="1069029"/>
                </a:cubicBezTo>
                <a:cubicBezTo>
                  <a:pt x="4484838" y="1087677"/>
                  <a:pt x="4502841" y="1097324"/>
                  <a:pt x="4520845" y="1102469"/>
                </a:cubicBezTo>
                <a:cubicBezTo>
                  <a:pt x="4545924" y="1109541"/>
                  <a:pt x="4575503" y="1108256"/>
                  <a:pt x="4603797" y="1131405"/>
                </a:cubicBezTo>
                <a:cubicBezTo>
                  <a:pt x="4497696" y="1133334"/>
                  <a:pt x="4452684" y="1072246"/>
                  <a:pt x="4404457" y="1015657"/>
                </a:cubicBezTo>
                <a:cubicBezTo>
                  <a:pt x="4386451" y="995081"/>
                  <a:pt x="4374235" y="970645"/>
                  <a:pt x="4358802" y="947496"/>
                </a:cubicBezTo>
                <a:cubicBezTo>
                  <a:pt x="4339510" y="919203"/>
                  <a:pt x="4317003" y="917916"/>
                  <a:pt x="4288710" y="942994"/>
                </a:cubicBezTo>
                <a:cubicBezTo>
                  <a:pt x="4263632" y="965500"/>
                  <a:pt x="4251416" y="963572"/>
                  <a:pt x="4243055" y="932705"/>
                </a:cubicBezTo>
                <a:cubicBezTo>
                  <a:pt x="4230195" y="884478"/>
                  <a:pt x="4200613" y="850398"/>
                  <a:pt x="4150456" y="833036"/>
                </a:cubicBezTo>
                <a:cubicBezTo>
                  <a:pt x="4144991" y="831106"/>
                  <a:pt x="4138882" y="828052"/>
                  <a:pt x="4132854" y="827007"/>
                </a:cubicBezTo>
                <a:cubicBezTo>
                  <a:pt x="4126826" y="825962"/>
                  <a:pt x="4120878" y="826927"/>
                  <a:pt x="4115733" y="833036"/>
                </a:cubicBezTo>
                <a:cubicBezTo>
                  <a:pt x="4106731" y="843323"/>
                  <a:pt x="4114446" y="855542"/>
                  <a:pt x="4120878" y="864544"/>
                </a:cubicBezTo>
                <a:cubicBezTo>
                  <a:pt x="4132452" y="880620"/>
                  <a:pt x="4142741" y="896052"/>
                  <a:pt x="4147242" y="915344"/>
                </a:cubicBezTo>
                <a:cubicBezTo>
                  <a:pt x="4150456" y="928205"/>
                  <a:pt x="4153673" y="942352"/>
                  <a:pt x="4144669" y="951996"/>
                </a:cubicBezTo>
                <a:cubicBezTo>
                  <a:pt x="4107374" y="993151"/>
                  <a:pt x="4134382" y="1012442"/>
                  <a:pt x="4166533" y="1034306"/>
                </a:cubicBezTo>
                <a:cubicBezTo>
                  <a:pt x="4210902" y="1063886"/>
                  <a:pt x="4228266" y="1107611"/>
                  <a:pt x="4217977" y="1159698"/>
                </a:cubicBezTo>
                <a:cubicBezTo>
                  <a:pt x="4214117" y="1180919"/>
                  <a:pt x="4216690" y="1193778"/>
                  <a:pt x="4243055" y="1193136"/>
                </a:cubicBezTo>
                <a:cubicBezTo>
                  <a:pt x="4253342" y="1193136"/>
                  <a:pt x="4255915" y="1200210"/>
                  <a:pt x="4259774" y="1207925"/>
                </a:cubicBezTo>
                <a:cubicBezTo>
                  <a:pt x="4342082" y="1389905"/>
                  <a:pt x="4461044" y="1549378"/>
                  <a:pt x="4600583" y="1695991"/>
                </a:cubicBezTo>
                <a:cubicBezTo>
                  <a:pt x="4713758" y="1814953"/>
                  <a:pt x="4838507" y="1922339"/>
                  <a:pt x="4967756" y="2026512"/>
                </a:cubicBezTo>
                <a:cubicBezTo>
                  <a:pt x="4971614" y="2029727"/>
                  <a:pt x="4975473" y="2033584"/>
                  <a:pt x="4977403" y="2040014"/>
                </a:cubicBezTo>
                <a:cubicBezTo>
                  <a:pt x="4916314" y="2027155"/>
                  <a:pt x="4863586" y="2000789"/>
                  <a:pt x="4812784" y="1971210"/>
                </a:cubicBezTo>
                <a:cubicBezTo>
                  <a:pt x="4677748" y="1892760"/>
                  <a:pt x="4563930" y="1791160"/>
                  <a:pt x="4448827" y="1691489"/>
                </a:cubicBezTo>
                <a:cubicBezTo>
                  <a:pt x="4378737" y="1630400"/>
                  <a:pt x="4306715" y="1571241"/>
                  <a:pt x="4229552" y="1517227"/>
                </a:cubicBezTo>
                <a:cubicBezTo>
                  <a:pt x="4216690" y="1508223"/>
                  <a:pt x="4207687" y="1496649"/>
                  <a:pt x="4198686" y="1485074"/>
                </a:cubicBezTo>
                <a:cubicBezTo>
                  <a:pt x="4193541" y="1478645"/>
                  <a:pt x="4187111" y="1472857"/>
                  <a:pt x="4176822" y="1475430"/>
                </a:cubicBezTo>
                <a:cubicBezTo>
                  <a:pt x="4163961" y="1478645"/>
                  <a:pt x="4162675" y="1488289"/>
                  <a:pt x="4161388" y="1497936"/>
                </a:cubicBezTo>
                <a:cubicBezTo>
                  <a:pt x="4157531" y="1528801"/>
                  <a:pt x="4165890" y="1556452"/>
                  <a:pt x="4181966" y="1582816"/>
                </a:cubicBezTo>
                <a:cubicBezTo>
                  <a:pt x="4223765" y="1650334"/>
                  <a:pt x="4285495" y="1702421"/>
                  <a:pt x="4349155" y="1751935"/>
                </a:cubicBezTo>
                <a:cubicBezTo>
                  <a:pt x="4431464" y="1815596"/>
                  <a:pt x="4511200" y="1881828"/>
                  <a:pt x="4583864" y="1954492"/>
                </a:cubicBezTo>
                <a:cubicBezTo>
                  <a:pt x="4589008" y="1959636"/>
                  <a:pt x="4598653" y="1962851"/>
                  <a:pt x="4595438" y="1977640"/>
                </a:cubicBezTo>
                <a:cubicBezTo>
                  <a:pt x="4549783" y="1943560"/>
                  <a:pt x="4506699" y="1910122"/>
                  <a:pt x="4462973" y="1877969"/>
                </a:cubicBezTo>
                <a:cubicBezTo>
                  <a:pt x="4419889" y="1845818"/>
                  <a:pt x="4376162" y="1813666"/>
                  <a:pt x="4333080" y="1782158"/>
                </a:cubicBezTo>
                <a:cubicBezTo>
                  <a:pt x="4322790" y="1774441"/>
                  <a:pt x="4311858" y="1763509"/>
                  <a:pt x="4297070" y="1773155"/>
                </a:cubicBezTo>
                <a:cubicBezTo>
                  <a:pt x="4281639" y="1782800"/>
                  <a:pt x="4283566" y="1798877"/>
                  <a:pt x="4287426" y="1811736"/>
                </a:cubicBezTo>
                <a:cubicBezTo>
                  <a:pt x="4299642" y="1849676"/>
                  <a:pt x="4320864" y="1883114"/>
                  <a:pt x="4349155" y="1912694"/>
                </a:cubicBezTo>
                <a:cubicBezTo>
                  <a:pt x="4445611" y="2010436"/>
                  <a:pt x="4556856" y="2094673"/>
                  <a:pt x="4660386" y="2185984"/>
                </a:cubicBezTo>
                <a:cubicBezTo>
                  <a:pt x="4716330" y="2235499"/>
                  <a:pt x="4767772" y="2288228"/>
                  <a:pt x="4816643" y="2342884"/>
                </a:cubicBezTo>
                <a:cubicBezTo>
                  <a:pt x="4827576" y="2355104"/>
                  <a:pt x="4826931" y="2366678"/>
                  <a:pt x="4823716" y="2380824"/>
                </a:cubicBezTo>
                <a:cubicBezTo>
                  <a:pt x="4810857" y="2438056"/>
                  <a:pt x="4830791" y="2457346"/>
                  <a:pt x="4895093" y="2446415"/>
                </a:cubicBezTo>
                <a:cubicBezTo>
                  <a:pt x="4915027" y="2443198"/>
                  <a:pt x="4928532" y="2446415"/>
                  <a:pt x="4940748" y="2459917"/>
                </a:cubicBezTo>
                <a:cubicBezTo>
                  <a:pt x="5088648" y="2627107"/>
                  <a:pt x="5263553" y="2767932"/>
                  <a:pt x="5454535" y="2893324"/>
                </a:cubicBezTo>
                <a:cubicBezTo>
                  <a:pt x="5532343" y="2944123"/>
                  <a:pt x="5612723" y="2992353"/>
                  <a:pt x="5694388" y="3037365"/>
                </a:cubicBezTo>
                <a:cubicBezTo>
                  <a:pt x="5694388" y="3040580"/>
                  <a:pt x="5694388" y="3044439"/>
                  <a:pt x="5694388" y="3047654"/>
                </a:cubicBezTo>
                <a:cubicBezTo>
                  <a:pt x="5693745" y="3052154"/>
                  <a:pt x="5693102" y="3054726"/>
                  <a:pt x="5692459" y="3058585"/>
                </a:cubicBezTo>
                <a:cubicBezTo>
                  <a:pt x="5577355" y="2989137"/>
                  <a:pt x="5463536" y="2917760"/>
                  <a:pt x="5352292" y="2842525"/>
                </a:cubicBezTo>
                <a:cubicBezTo>
                  <a:pt x="5050709" y="2638683"/>
                  <a:pt x="4762627" y="2420050"/>
                  <a:pt x="4470046" y="2206561"/>
                </a:cubicBezTo>
                <a:cubicBezTo>
                  <a:pt x="4371661" y="2134541"/>
                  <a:pt x="4293855" y="2042587"/>
                  <a:pt x="4205115" y="1961564"/>
                </a:cubicBezTo>
                <a:cubicBezTo>
                  <a:pt x="4145956" y="1907550"/>
                  <a:pt x="4089368" y="1850963"/>
                  <a:pt x="4020564" y="1806593"/>
                </a:cubicBezTo>
                <a:cubicBezTo>
                  <a:pt x="3992271" y="1788587"/>
                  <a:pt x="3962691" y="1772511"/>
                  <a:pt x="3924751" y="1777013"/>
                </a:cubicBezTo>
                <a:cubicBezTo>
                  <a:pt x="3909962" y="1778943"/>
                  <a:pt x="3893242" y="1782800"/>
                  <a:pt x="3888098" y="1799519"/>
                </a:cubicBezTo>
                <a:cubicBezTo>
                  <a:pt x="3883596" y="1816238"/>
                  <a:pt x="3897100" y="1823955"/>
                  <a:pt x="3909319" y="1831028"/>
                </a:cubicBezTo>
                <a:cubicBezTo>
                  <a:pt x="3912534" y="1832957"/>
                  <a:pt x="3915749" y="1835530"/>
                  <a:pt x="3918964" y="1835530"/>
                </a:cubicBezTo>
                <a:cubicBezTo>
                  <a:pt x="3980052" y="1839387"/>
                  <a:pt x="3994199" y="1888258"/>
                  <a:pt x="4023137" y="1923626"/>
                </a:cubicBezTo>
                <a:cubicBezTo>
                  <a:pt x="4032139" y="1934558"/>
                  <a:pt x="4032781" y="1945489"/>
                  <a:pt x="4023137" y="1958349"/>
                </a:cubicBezTo>
                <a:cubicBezTo>
                  <a:pt x="4005773" y="1981498"/>
                  <a:pt x="4017992" y="1991787"/>
                  <a:pt x="4041141" y="1998217"/>
                </a:cubicBezTo>
                <a:cubicBezTo>
                  <a:pt x="4064289" y="2004648"/>
                  <a:pt x="4089368" y="2006576"/>
                  <a:pt x="4114446" y="2021367"/>
                </a:cubicBezTo>
                <a:cubicBezTo>
                  <a:pt x="4074579" y="2033584"/>
                  <a:pt x="4046928" y="2020725"/>
                  <a:pt x="4021207" y="2004648"/>
                </a:cubicBezTo>
                <a:cubicBezTo>
                  <a:pt x="3963333" y="1969281"/>
                  <a:pt x="3926038" y="1917194"/>
                  <a:pt x="3890670" y="1863823"/>
                </a:cubicBezTo>
                <a:cubicBezTo>
                  <a:pt x="3883596" y="1853534"/>
                  <a:pt x="3877809" y="1841959"/>
                  <a:pt x="3868164" y="1833600"/>
                </a:cubicBezTo>
                <a:cubicBezTo>
                  <a:pt x="3850158" y="1816881"/>
                  <a:pt x="3830867" y="1814953"/>
                  <a:pt x="3809005" y="1835530"/>
                </a:cubicBezTo>
                <a:cubicBezTo>
                  <a:pt x="3780067" y="1862537"/>
                  <a:pt x="3769780" y="1860608"/>
                  <a:pt x="3760134" y="1825885"/>
                </a:cubicBezTo>
                <a:cubicBezTo>
                  <a:pt x="3747272" y="1778943"/>
                  <a:pt x="3718336" y="1746147"/>
                  <a:pt x="3668822" y="1728786"/>
                </a:cubicBezTo>
                <a:cubicBezTo>
                  <a:pt x="3658535" y="1724927"/>
                  <a:pt x="3647603" y="1719782"/>
                  <a:pt x="3636671" y="1728142"/>
                </a:cubicBezTo>
                <a:cubicBezTo>
                  <a:pt x="3625097" y="1737788"/>
                  <a:pt x="3632812" y="1747433"/>
                  <a:pt x="3637314" y="1756437"/>
                </a:cubicBezTo>
                <a:cubicBezTo>
                  <a:pt x="3643744" y="1770583"/>
                  <a:pt x="3651461" y="1784730"/>
                  <a:pt x="3657248" y="1799519"/>
                </a:cubicBezTo>
                <a:cubicBezTo>
                  <a:pt x="3667537" y="1823312"/>
                  <a:pt x="3669467" y="1848391"/>
                  <a:pt x="3650175" y="1871539"/>
                </a:cubicBezTo>
                <a:cubicBezTo>
                  <a:pt x="3636027" y="1888258"/>
                  <a:pt x="3637314" y="1899190"/>
                  <a:pt x="3655963" y="1910765"/>
                </a:cubicBezTo>
                <a:cubicBezTo>
                  <a:pt x="3715764" y="1946775"/>
                  <a:pt x="3753704" y="1993716"/>
                  <a:pt x="3733126" y="2067022"/>
                </a:cubicBezTo>
                <a:cubicBezTo>
                  <a:pt x="3729911" y="2077311"/>
                  <a:pt x="3733770" y="2087600"/>
                  <a:pt x="3745987" y="2086956"/>
                </a:cubicBezTo>
                <a:cubicBezTo>
                  <a:pt x="3772995" y="2085028"/>
                  <a:pt x="3777495" y="2101747"/>
                  <a:pt x="3785212" y="2119109"/>
                </a:cubicBezTo>
                <a:cubicBezTo>
                  <a:pt x="3860447" y="2285655"/>
                  <a:pt x="3969120" y="2430981"/>
                  <a:pt x="4094512" y="2567305"/>
                </a:cubicBezTo>
                <a:cubicBezTo>
                  <a:pt x="4218619" y="2702344"/>
                  <a:pt x="4358159" y="2823234"/>
                  <a:pt x="4506699" y="2938980"/>
                </a:cubicBezTo>
                <a:cubicBezTo>
                  <a:pt x="4464901" y="2935122"/>
                  <a:pt x="4410886" y="2911330"/>
                  <a:pt x="4358802" y="2883679"/>
                </a:cubicBezTo>
                <a:cubicBezTo>
                  <a:pt x="4221193" y="2809730"/>
                  <a:pt x="4108016" y="2709416"/>
                  <a:pt x="3992913" y="2611032"/>
                </a:cubicBezTo>
                <a:cubicBezTo>
                  <a:pt x="3912534" y="2542227"/>
                  <a:pt x="3834084" y="2471493"/>
                  <a:pt x="3744057" y="2412332"/>
                </a:cubicBezTo>
                <a:cubicBezTo>
                  <a:pt x="3733770" y="2405903"/>
                  <a:pt x="3726696" y="2397543"/>
                  <a:pt x="3720909" y="2387254"/>
                </a:cubicBezTo>
                <a:cubicBezTo>
                  <a:pt x="3715764" y="2378252"/>
                  <a:pt x="3708047" y="2369893"/>
                  <a:pt x="3694545" y="2373750"/>
                </a:cubicBezTo>
                <a:cubicBezTo>
                  <a:pt x="3681041" y="2378252"/>
                  <a:pt x="3679754" y="2389827"/>
                  <a:pt x="3679754" y="2400116"/>
                </a:cubicBezTo>
                <a:cubicBezTo>
                  <a:pt x="3681684" y="2438698"/>
                  <a:pt x="3692615" y="2473421"/>
                  <a:pt x="3716407" y="2504287"/>
                </a:cubicBezTo>
                <a:cubicBezTo>
                  <a:pt x="3762706" y="2566020"/>
                  <a:pt x="3824437" y="2614247"/>
                  <a:pt x="3886168" y="2662474"/>
                </a:cubicBezTo>
                <a:cubicBezTo>
                  <a:pt x="3971693" y="2728707"/>
                  <a:pt x="4050787" y="2800727"/>
                  <a:pt x="4122163" y="2881107"/>
                </a:cubicBezTo>
                <a:cubicBezTo>
                  <a:pt x="4070721" y="2841882"/>
                  <a:pt x="4019277" y="2802013"/>
                  <a:pt x="3967191" y="2762788"/>
                </a:cubicBezTo>
                <a:cubicBezTo>
                  <a:pt x="3927966" y="2733209"/>
                  <a:pt x="3887455" y="2704914"/>
                  <a:pt x="3847588" y="2675978"/>
                </a:cubicBezTo>
                <a:cubicBezTo>
                  <a:pt x="3837941" y="2668905"/>
                  <a:pt x="3827652" y="2661189"/>
                  <a:pt x="3814150" y="2670833"/>
                </a:cubicBezTo>
                <a:cubicBezTo>
                  <a:pt x="3801931" y="2679193"/>
                  <a:pt x="3803861" y="2691412"/>
                  <a:pt x="3806433" y="2702986"/>
                </a:cubicBezTo>
                <a:cubicBezTo>
                  <a:pt x="3816078" y="2748641"/>
                  <a:pt x="3843086" y="2785294"/>
                  <a:pt x="3876524" y="2818089"/>
                </a:cubicBezTo>
                <a:cubicBezTo>
                  <a:pt x="3917034" y="2857314"/>
                  <a:pt x="3959476" y="2894611"/>
                  <a:pt x="4003201" y="2931907"/>
                </a:cubicBezTo>
                <a:cubicBezTo>
                  <a:pt x="3956261" y="2921618"/>
                  <a:pt x="3909319" y="2911330"/>
                  <a:pt x="3862377" y="2902971"/>
                </a:cubicBezTo>
                <a:cubicBezTo>
                  <a:pt x="3883596" y="2977562"/>
                  <a:pt x="3933110" y="2992353"/>
                  <a:pt x="3977480" y="3003927"/>
                </a:cubicBezTo>
                <a:cubicBezTo>
                  <a:pt x="4037283" y="3018716"/>
                  <a:pt x="4094512" y="3037365"/>
                  <a:pt x="4151101" y="3058585"/>
                </a:cubicBezTo>
                <a:cubicBezTo>
                  <a:pt x="4174892" y="3079805"/>
                  <a:pt x="4198686" y="3100383"/>
                  <a:pt x="4221834" y="3122245"/>
                </a:cubicBezTo>
                <a:cubicBezTo>
                  <a:pt x="4245627" y="3144753"/>
                  <a:pt x="4268133" y="3167259"/>
                  <a:pt x="4290640" y="3191050"/>
                </a:cubicBezTo>
                <a:cubicBezTo>
                  <a:pt x="4306715" y="3208411"/>
                  <a:pt x="4326007" y="3223203"/>
                  <a:pt x="4307359" y="3252781"/>
                </a:cubicBezTo>
                <a:cubicBezTo>
                  <a:pt x="4298999" y="3266285"/>
                  <a:pt x="4353655" y="3339593"/>
                  <a:pt x="4371019" y="3344093"/>
                </a:cubicBezTo>
                <a:cubicBezTo>
                  <a:pt x="4373591" y="3344735"/>
                  <a:pt x="4376162" y="3345380"/>
                  <a:pt x="4378091" y="3345380"/>
                </a:cubicBezTo>
                <a:cubicBezTo>
                  <a:pt x="4415390" y="3342808"/>
                  <a:pt x="4423749" y="3364671"/>
                  <a:pt x="4424390" y="3392322"/>
                </a:cubicBezTo>
                <a:cubicBezTo>
                  <a:pt x="4425034" y="3419328"/>
                  <a:pt x="4418604" y="3452766"/>
                  <a:pt x="4469403" y="3439262"/>
                </a:cubicBezTo>
                <a:cubicBezTo>
                  <a:pt x="4475190" y="3437977"/>
                  <a:pt x="4476478" y="3441834"/>
                  <a:pt x="4479048" y="3446336"/>
                </a:cubicBezTo>
                <a:cubicBezTo>
                  <a:pt x="4534350" y="3561439"/>
                  <a:pt x="4627590" y="3650178"/>
                  <a:pt x="4719544" y="3738917"/>
                </a:cubicBezTo>
                <a:cubicBezTo>
                  <a:pt x="4724691" y="3743419"/>
                  <a:pt x="4729833" y="3747920"/>
                  <a:pt x="4734977" y="3752421"/>
                </a:cubicBezTo>
                <a:cubicBezTo>
                  <a:pt x="4638523" y="3729915"/>
                  <a:pt x="4320218" y="3700977"/>
                  <a:pt x="4226978" y="3710624"/>
                </a:cubicBezTo>
                <a:cubicBezTo>
                  <a:pt x="4144027" y="3718984"/>
                  <a:pt x="3675254" y="3578802"/>
                  <a:pt x="3578155" y="3495850"/>
                </a:cubicBezTo>
                <a:cubicBezTo>
                  <a:pt x="3564651" y="3560796"/>
                  <a:pt x="3593587" y="3586517"/>
                  <a:pt x="3616738" y="3616098"/>
                </a:cubicBezTo>
                <a:cubicBezTo>
                  <a:pt x="3649531" y="3657895"/>
                  <a:pt x="3654676" y="3687475"/>
                  <a:pt x="3592944" y="3720913"/>
                </a:cubicBezTo>
                <a:cubicBezTo>
                  <a:pt x="3416109" y="3816082"/>
                  <a:pt x="3418038" y="3819297"/>
                  <a:pt x="3583942" y="3948546"/>
                </a:cubicBezTo>
                <a:cubicBezTo>
                  <a:pt x="3591659" y="3954335"/>
                  <a:pt x="3587800" y="3972982"/>
                  <a:pt x="3589730" y="3985844"/>
                </a:cubicBezTo>
                <a:cubicBezTo>
                  <a:pt x="3546645" y="4005135"/>
                  <a:pt x="3495846" y="3954978"/>
                  <a:pt x="3444404" y="4008992"/>
                </a:cubicBezTo>
                <a:cubicBezTo>
                  <a:pt x="3666250" y="4246272"/>
                  <a:pt x="4003845" y="4471979"/>
                  <a:pt x="4309931" y="4650101"/>
                </a:cubicBezTo>
                <a:cubicBezTo>
                  <a:pt x="4062362" y="4708617"/>
                  <a:pt x="3913819" y="4502845"/>
                  <a:pt x="3731840" y="4529209"/>
                </a:cubicBezTo>
                <a:cubicBezTo>
                  <a:pt x="3641172" y="4593512"/>
                  <a:pt x="3911247" y="4697685"/>
                  <a:pt x="3653390" y="4727908"/>
                </a:cubicBezTo>
                <a:cubicBezTo>
                  <a:pt x="3765278" y="4784495"/>
                  <a:pt x="3848230" y="4839796"/>
                  <a:pt x="3925393" y="4904742"/>
                </a:cubicBezTo>
                <a:cubicBezTo>
                  <a:pt x="4062362" y="5021132"/>
                  <a:pt x="4089368" y="5098297"/>
                  <a:pt x="4026352" y="5254555"/>
                </a:cubicBezTo>
                <a:cubicBezTo>
                  <a:pt x="3984554" y="5357440"/>
                  <a:pt x="3924108" y="5451967"/>
                  <a:pt x="3977480" y="5574787"/>
                </a:cubicBezTo>
                <a:cubicBezTo>
                  <a:pt x="4014133" y="5659024"/>
                  <a:pt x="3999986" y="5714325"/>
                  <a:pt x="3861090" y="5676385"/>
                </a:cubicBezTo>
                <a:cubicBezTo>
                  <a:pt x="3711264" y="5635875"/>
                  <a:pt x="3654676" y="5711753"/>
                  <a:pt x="3692615" y="5859008"/>
                </a:cubicBezTo>
                <a:cubicBezTo>
                  <a:pt x="3717051" y="5953535"/>
                  <a:pt x="3691328" y="5983115"/>
                  <a:pt x="3588443" y="5972183"/>
                </a:cubicBezTo>
                <a:cubicBezTo>
                  <a:pt x="3474625" y="5959965"/>
                  <a:pt x="3366596" y="5898233"/>
                  <a:pt x="3225771" y="5927814"/>
                </a:cubicBezTo>
                <a:cubicBezTo>
                  <a:pt x="3338301" y="6100148"/>
                  <a:pt x="3578798" y="6051276"/>
                  <a:pt x="3709977" y="6215251"/>
                </a:cubicBezTo>
                <a:cubicBezTo>
                  <a:pt x="3553719" y="6215893"/>
                  <a:pt x="3434115" y="6215251"/>
                  <a:pt x="3318367" y="6179240"/>
                </a:cubicBezTo>
                <a:cubicBezTo>
                  <a:pt x="3270140" y="6164451"/>
                  <a:pt x="3217411" y="6149662"/>
                  <a:pt x="3190403" y="6199174"/>
                </a:cubicBezTo>
                <a:cubicBezTo>
                  <a:pt x="3158252" y="6258978"/>
                  <a:pt x="3223841" y="6281484"/>
                  <a:pt x="3263066" y="6292415"/>
                </a:cubicBezTo>
                <a:cubicBezTo>
                  <a:pt x="3373669" y="6322638"/>
                  <a:pt x="3458550" y="6394014"/>
                  <a:pt x="3550504" y="6449958"/>
                </a:cubicBezTo>
                <a:cubicBezTo>
                  <a:pt x="3726616" y="6557427"/>
                  <a:pt x="3917990" y="6649139"/>
                  <a:pt x="4077239" y="6805655"/>
                </a:cubicBezTo>
                <a:lnTo>
                  <a:pt x="4125813" y="6858000"/>
                </a:lnTo>
                <a:lnTo>
                  <a:pt x="4084568" y="6858000"/>
                </a:lnTo>
                <a:lnTo>
                  <a:pt x="3991456" y="6828025"/>
                </a:lnTo>
                <a:cubicBezTo>
                  <a:pt x="3846743" y="6771357"/>
                  <a:pt x="3719301" y="6699136"/>
                  <a:pt x="3569795" y="6680810"/>
                </a:cubicBezTo>
                <a:cubicBezTo>
                  <a:pt x="3613040" y="6726948"/>
                  <a:pt x="3659338" y="6769067"/>
                  <a:pt x="3707747" y="6808392"/>
                </a:cubicBezTo>
                <a:lnTo>
                  <a:pt x="377516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5414838" y="2878372"/>
            <a:ext cx="5938962" cy="14060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err="1"/>
              <a:t>CoinCanvas</a:t>
            </a:r>
            <a:r>
              <a:rPr lang="en-US" sz="3400"/>
              <a:t> </a:t>
            </a:r>
            <a:endParaRPr lang="en-US" sz="3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1A995C-CA6A-4493-1A19-BF1DD528152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2226" r="-2" b="13509"/>
          <a:stretch/>
        </p:blipFill>
        <p:spPr>
          <a:xfrm>
            <a:off x="7653520" y="10"/>
            <a:ext cx="4538480" cy="2624956"/>
          </a:xfrm>
          <a:custGeom>
            <a:avLst/>
            <a:gdLst/>
            <a:ahLst/>
            <a:cxnLst/>
            <a:rect l="l" t="t" r="r" b="b"/>
            <a:pathLst>
              <a:path w="4538480" h="2624966">
                <a:moveTo>
                  <a:pt x="0" y="0"/>
                </a:moveTo>
                <a:lnTo>
                  <a:pt x="4538480" y="0"/>
                </a:lnTo>
                <a:lnTo>
                  <a:pt x="4538480" y="2278570"/>
                </a:lnTo>
                <a:lnTo>
                  <a:pt x="4520384" y="2284270"/>
                </a:lnTo>
                <a:cubicBezTo>
                  <a:pt x="3945063" y="2457853"/>
                  <a:pt x="2850619" y="2701056"/>
                  <a:pt x="1497830" y="2602030"/>
                </a:cubicBezTo>
                <a:cubicBezTo>
                  <a:pt x="1428382" y="2596885"/>
                  <a:pt x="1362793" y="2593669"/>
                  <a:pt x="1295917" y="2591098"/>
                </a:cubicBezTo>
                <a:cubicBezTo>
                  <a:pt x="852222" y="2571324"/>
                  <a:pt x="414677" y="2559146"/>
                  <a:pt x="120277" y="2541000"/>
                </a:cubicBezTo>
                <a:lnTo>
                  <a:pt x="0" y="2532395"/>
                </a:ln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DD4759-35FF-88A4-2C49-A5AFBB5EF51A}"/>
              </a:ext>
            </a:extLst>
          </p:cNvPr>
          <p:cNvSpPr txBox="1"/>
          <p:nvPr/>
        </p:nvSpPr>
        <p:spPr>
          <a:xfrm>
            <a:off x="5414837" y="4445309"/>
            <a:ext cx="5938962" cy="169309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Presented By:</a:t>
            </a:r>
            <a:br>
              <a:rPr lang="en-US" sz="2000" dirty="0"/>
            </a:br>
            <a:r>
              <a:rPr lang="en-US" sz="2000" dirty="0"/>
              <a:t>     </a:t>
            </a:r>
            <a:r>
              <a:rPr lang="en-US" sz="2000" b="1" dirty="0"/>
              <a:t>21RH1A0502</a:t>
            </a:r>
            <a:r>
              <a:rPr lang="en-US" sz="2000" dirty="0"/>
              <a:t> – AAYUSHI HOTTA</a:t>
            </a:r>
            <a:endParaRPr lang="en-US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     </a:t>
            </a:r>
            <a:r>
              <a:rPr lang="en-US" sz="2000" b="1" dirty="0"/>
              <a:t>21RH1A0515</a:t>
            </a:r>
            <a:r>
              <a:rPr lang="en-US" sz="2000" dirty="0"/>
              <a:t> – B.SNEHA</a:t>
            </a:r>
            <a:br>
              <a:rPr lang="en-US" sz="2000" dirty="0"/>
            </a:br>
            <a:r>
              <a:rPr lang="en-US" sz="2000" dirty="0"/>
              <a:t>     </a:t>
            </a:r>
            <a:r>
              <a:rPr lang="en-US" sz="2000" b="1" dirty="0"/>
              <a:t>21RH1A0550</a:t>
            </a:r>
            <a:r>
              <a:rPr lang="en-US" sz="2000" dirty="0"/>
              <a:t> – C.ADITI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     </a:t>
            </a:r>
            <a:r>
              <a:rPr lang="en-US" sz="2000" b="1" dirty="0"/>
              <a:t>21RH1A0552</a:t>
            </a:r>
            <a:r>
              <a:rPr lang="en-US" sz="2000" dirty="0"/>
              <a:t> – D SRI SINDHU</a:t>
            </a:r>
          </a:p>
        </p:txBody>
      </p:sp>
    </p:spTree>
    <p:extLst>
      <p:ext uri="{BB962C8B-B14F-4D97-AF65-F5344CB8AC3E}">
        <p14:creationId xmlns:p14="http://schemas.microsoft.com/office/powerpoint/2010/main" val="589674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3488F6DB-AE81-4C8D-B1F2-045AB0C89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 descr="Digital financial graph">
            <a:extLst>
              <a:ext uri="{FF2B5EF4-FFF2-40B4-BE49-F238E27FC236}">
                <a16:creationId xmlns:a16="http://schemas.microsoft.com/office/drawing/2014/main" id="{DE13B502-553C-628E-B1B4-74A2ACB9E4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55" name="Graphic 1">
            <a:extLst>
              <a:ext uri="{FF2B5EF4-FFF2-40B4-BE49-F238E27FC236}">
                <a16:creationId xmlns:a16="http://schemas.microsoft.com/office/drawing/2014/main" id="{721F817A-BF7E-440D-B296-66D86EDB0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bg1">
              <a:alpha val="89000"/>
            </a:schemeClr>
          </a:solidFill>
          <a:ln w="32707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3204376" y="1720078"/>
            <a:ext cx="5861106" cy="1439331"/>
          </a:xfrm>
        </p:spPr>
        <p:txBody>
          <a:bodyPr anchor="b">
            <a:normAutofit/>
          </a:bodyPr>
          <a:lstStyle/>
          <a:p>
            <a:r>
              <a:rPr lang="en-US" dirty="0"/>
              <a:t>Problem Statement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F26AEDDB-4290-B74F-C8B3-365265F35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4374" y="3311905"/>
            <a:ext cx="5861107" cy="187234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600">
                <a:ea typeface="+mn-lt"/>
                <a:cs typeface="+mn-lt"/>
              </a:rPr>
              <a:t>Efficient financial management is often hindered by disorganized records, missed opportunities, and a lack of real-time insights. Traditional manual methods for tracking income, expenses, and maintaining a structured financial record prove time-consuming and error-prone. Existing financial management tools often lack user-friendliness and immediate updates, making it challenging for individuals to make informed financial decisions. 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968778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pPr defTabSz="914400"/>
            <a:r>
              <a:rPr lang="en-US" i="1" dirty="0">
                <a:latin typeface="Elephant"/>
              </a:rPr>
              <a:t>Proposed solution</a:t>
            </a:r>
          </a:p>
        </p:txBody>
      </p:sp>
      <p:graphicFrame>
        <p:nvGraphicFramePr>
          <p:cNvPr id="6" name="Content Placeholder">
            <a:extLst>
              <a:ext uri="{FF2B5EF4-FFF2-40B4-BE49-F238E27FC236}">
                <a16:creationId xmlns:a16="http://schemas.microsoft.com/office/drawing/2014/main" id="{31798638-2CAC-362C-D6C9-9A902A6EB7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3975696"/>
              </p:ext>
            </p:extLst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27324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4361F-EE4E-D057-412A-7C302E620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latin typeface="Elephant"/>
              </a:rPr>
              <a:t>Block diagram</a:t>
            </a:r>
          </a:p>
        </p:txBody>
      </p:sp>
      <p:pic>
        <p:nvPicPr>
          <p:cNvPr id="4" name="Content Placeholder 3" descr="A diagram of a work flow&#10;&#10;Description automatically generated">
            <a:extLst>
              <a:ext uri="{FF2B5EF4-FFF2-40B4-BE49-F238E27FC236}">
                <a16:creationId xmlns:a16="http://schemas.microsoft.com/office/drawing/2014/main" id="{399D7282-ADB5-2E3E-FBB2-569CC70BBD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0194" y="2097024"/>
            <a:ext cx="8511611" cy="4061206"/>
          </a:xfrm>
        </p:spPr>
      </p:pic>
    </p:spTree>
    <p:extLst>
      <p:ext uri="{BB962C8B-B14F-4D97-AF65-F5344CB8AC3E}">
        <p14:creationId xmlns:p14="http://schemas.microsoft.com/office/powerpoint/2010/main" val="2502191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D0DD8F4-99CC-41B8-B770-63033EE7F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11328400" cy="7620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Elephant"/>
              </a:rPr>
              <a:t>TECHNOLOGIES used</a:t>
            </a:r>
            <a:endParaRPr lang="en-IN" b="1" dirty="0">
              <a:latin typeface="Elephant"/>
            </a:endParaRPr>
          </a:p>
        </p:txBody>
      </p:sp>
      <p:pic>
        <p:nvPicPr>
          <p:cNvPr id="1026" name="Picture 2" descr="Want to build engaging and dynamic user interfaces? Let Solidstudio's  ReactJS development team create a scalable web app that meets your business  goals.">
            <a:extLst>
              <a:ext uri="{FF2B5EF4-FFF2-40B4-BE49-F238E27FC236}">
                <a16:creationId xmlns:a16="http://schemas.microsoft.com/office/drawing/2014/main" id="{00A03D0D-72B5-0758-5DA7-4717426E5D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6550" y="1012022"/>
            <a:ext cx="6797616" cy="4981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9347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7B51A98-A57B-68F9-1459-06F499120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MODULES</a:t>
            </a:r>
          </a:p>
        </p:txBody>
      </p:sp>
    </p:spTree>
    <p:extLst>
      <p:ext uri="{BB962C8B-B14F-4D97-AF65-F5344CB8AC3E}">
        <p14:creationId xmlns:p14="http://schemas.microsoft.com/office/powerpoint/2010/main" val="1946854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88F20F8-60BF-42FE-A252-DFD5A7445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8A68847-134F-4AF1-B1C6-332344C9C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rgbClr val="C493BA">
              <a:alpha val="20000"/>
            </a:srgb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2E1E8A7-5B68-B8C1-CA38-1F573539E8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8476437"/>
              </p:ext>
            </p:extLst>
          </p:nvPr>
        </p:nvGraphicFramePr>
        <p:xfrm>
          <a:off x="563880" y="1452563"/>
          <a:ext cx="11186160" cy="4719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4830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9C493-80A7-C5A7-9CDB-4B13563AC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US" sz="5200">
                <a:cs typeface="Calibri Light"/>
              </a:rPr>
              <a:t>Components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9B54670-76AC-C3E9-F0E6-41B14D60FCD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43519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E0673-0A1F-C2B3-81A5-41EB1CA13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Constants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76B4D07-86BB-24CB-45F0-FFF083532B18}"/>
              </a:ext>
            </a:extLst>
          </p:cNvPr>
          <p:cNvGraphicFramePr>
            <a:graphicFrameLocks/>
          </p:cNvGraphicFramePr>
          <p:nvPr/>
        </p:nvGraphicFramePr>
        <p:xfrm>
          <a:off x="838200" y="1920259"/>
          <a:ext cx="10515600" cy="42560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26728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A6909-2545-41BE-02D4-DCEB28782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US" sz="5200" dirty="0">
                <a:cs typeface="Calibri Light"/>
              </a:rPr>
              <a:t>Context</a:t>
            </a:r>
            <a:endParaRPr lang="en-US" sz="52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FDE443-AF12-CE5F-73D2-7603380F761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154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9D5E1-4FA3-2404-D8D4-BFCF197C9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300" y="538956"/>
            <a:ext cx="8985250" cy="1118394"/>
          </a:xfrm>
        </p:spPr>
        <p:txBody>
          <a:bodyPr anchor="t">
            <a:normAutofit/>
          </a:bodyPr>
          <a:lstStyle/>
          <a:p>
            <a:r>
              <a:rPr lang="en-US" sz="4000">
                <a:cs typeface="Calibri Light"/>
              </a:rPr>
              <a:t>Utils</a:t>
            </a:r>
            <a:endParaRPr lang="en-US" sz="4000"/>
          </a:p>
        </p:txBody>
      </p:sp>
      <p:graphicFrame>
        <p:nvGraphicFramePr>
          <p:cNvPr id="89" name="Content Placeholder 2">
            <a:extLst>
              <a:ext uri="{FF2B5EF4-FFF2-40B4-BE49-F238E27FC236}">
                <a16:creationId xmlns:a16="http://schemas.microsoft.com/office/drawing/2014/main" id="{2A102A91-2B13-B73D-A652-F8B7C9818793}"/>
              </a:ext>
            </a:extLst>
          </p:cNvPr>
          <p:cNvGraphicFramePr>
            <a:graphicFrameLocks/>
          </p:cNvGraphicFramePr>
          <p:nvPr/>
        </p:nvGraphicFramePr>
        <p:xfrm>
          <a:off x="1009650" y="1847849"/>
          <a:ext cx="9994900" cy="42545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57701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7B51A98-A57B-68F9-1459-06F499120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9869" y="1572768"/>
            <a:ext cx="7971906" cy="4096512"/>
          </a:xfrm>
        </p:spPr>
        <p:txBody>
          <a:bodyPr/>
          <a:lstStyle/>
          <a:p>
            <a:r>
              <a:rPr lang="en-IN" dirty="0">
                <a:hlinkClick r:id="rId2"/>
              </a:rPr>
              <a:t>OUTPUT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59441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1B821-8A02-85F3-6139-FED7C90DF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pPr algn="ctr"/>
            <a:r>
              <a:rPr lang="en-US" cap="all">
                <a:latin typeface="Elephant"/>
              </a:rPr>
              <a:t>USE CASES OF THE PROPOSED SOLUTION</a:t>
            </a:r>
            <a:r>
              <a:rPr lang="en-US">
                <a:latin typeface="Elephant"/>
                <a:ea typeface="Arial Nova Light"/>
                <a:cs typeface="Arial Nova Light"/>
              </a:rPr>
              <a:t>​</a:t>
            </a:r>
            <a:endParaRPr lang="en-US">
              <a:latin typeface="Elephant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DB579D9-68E9-6920-B1FC-F37E5A8AD0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0703080"/>
              </p:ext>
            </p:extLst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318212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070828-E616-4355-9C8A-A1065032B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5161C6-1218-4EAF-A9E9-A319CFD76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747" y="2116753"/>
            <a:ext cx="4088106" cy="2781653"/>
          </a:xfrm>
          <a:custGeom>
            <a:avLst/>
            <a:gdLst>
              <a:gd name="connsiteX0" fmla="*/ 3362388 w 6230568"/>
              <a:gd name="connsiteY0" fmla="*/ 861 h 4239440"/>
              <a:gd name="connsiteX1" fmla="*/ 4026621 w 6230568"/>
              <a:gd name="connsiteY1" fmla="*/ 15392 h 4239440"/>
              <a:gd name="connsiteX2" fmla="*/ 5114556 w 6230568"/>
              <a:gd name="connsiteY2" fmla="*/ 34130 h 4239440"/>
              <a:gd name="connsiteX3" fmla="*/ 5776495 w 6230568"/>
              <a:gd name="connsiteY3" fmla="*/ 112905 h 4239440"/>
              <a:gd name="connsiteX4" fmla="*/ 5862918 w 6230568"/>
              <a:gd name="connsiteY4" fmla="*/ 141585 h 4239440"/>
              <a:gd name="connsiteX5" fmla="*/ 5840738 w 6230568"/>
              <a:gd name="connsiteY5" fmla="*/ 200475 h 4239440"/>
              <a:gd name="connsiteX6" fmla="*/ 5691219 w 6230568"/>
              <a:gd name="connsiteY6" fmla="*/ 216153 h 4239440"/>
              <a:gd name="connsiteX7" fmla="*/ 5773053 w 6230568"/>
              <a:gd name="connsiteY7" fmla="*/ 260130 h 4239440"/>
              <a:gd name="connsiteX8" fmla="*/ 5593324 w 6230568"/>
              <a:gd name="connsiteY8" fmla="*/ 293781 h 4239440"/>
              <a:gd name="connsiteX9" fmla="*/ 5617033 w 6230568"/>
              <a:gd name="connsiteY9" fmla="*/ 317108 h 4239440"/>
              <a:gd name="connsiteX10" fmla="*/ 5641124 w 6230568"/>
              <a:gd name="connsiteY10" fmla="*/ 339287 h 4239440"/>
              <a:gd name="connsiteX11" fmla="*/ 5299256 w 6230568"/>
              <a:gd name="connsiteY11" fmla="*/ 396265 h 4239440"/>
              <a:gd name="connsiteX12" fmla="*/ 5703073 w 6230568"/>
              <a:gd name="connsiteY12" fmla="*/ 500661 h 4239440"/>
              <a:gd name="connsiteX13" fmla="*/ 5629652 w 6230568"/>
              <a:gd name="connsiteY13" fmla="*/ 556874 h 4239440"/>
              <a:gd name="connsiteX14" fmla="*/ 5862918 w 6230568"/>
              <a:gd name="connsiteY14" fmla="*/ 645591 h 4239440"/>
              <a:gd name="connsiteX15" fmla="*/ 6052207 w 6230568"/>
              <a:gd name="connsiteY15" fmla="*/ 756106 h 4239440"/>
              <a:gd name="connsiteX16" fmla="*/ 6158515 w 6230568"/>
              <a:gd name="connsiteY16" fmla="*/ 901419 h 4239440"/>
              <a:gd name="connsiteX17" fmla="*/ 6195990 w 6230568"/>
              <a:gd name="connsiteY17" fmla="*/ 966427 h 4239440"/>
              <a:gd name="connsiteX18" fmla="*/ 6229642 w 6230568"/>
              <a:gd name="connsiteY18" fmla="*/ 1034878 h 4239440"/>
              <a:gd name="connsiteX19" fmla="*/ 6171516 w 6230568"/>
              <a:gd name="connsiteY19" fmla="*/ 1102946 h 4239440"/>
              <a:gd name="connsiteX20" fmla="*/ 6133659 w 6230568"/>
              <a:gd name="connsiteY20" fmla="*/ 1185545 h 4239440"/>
              <a:gd name="connsiteX21" fmla="*/ 6168458 w 6230568"/>
              <a:gd name="connsiteY21" fmla="*/ 1234110 h 4239440"/>
              <a:gd name="connsiteX22" fmla="*/ 6169222 w 6230568"/>
              <a:gd name="connsiteY22" fmla="*/ 1342712 h 4239440"/>
              <a:gd name="connsiteX23" fmla="*/ 6145131 w 6230568"/>
              <a:gd name="connsiteY23" fmla="*/ 1393954 h 4239440"/>
              <a:gd name="connsiteX24" fmla="*/ 6071709 w 6230568"/>
              <a:gd name="connsiteY24" fmla="*/ 1505233 h 4239440"/>
              <a:gd name="connsiteX25" fmla="*/ 6009378 w 6230568"/>
              <a:gd name="connsiteY25" fmla="*/ 1530089 h 4239440"/>
              <a:gd name="connsiteX26" fmla="*/ 6015879 w 6230568"/>
              <a:gd name="connsiteY26" fmla="*/ 1979030 h 4239440"/>
              <a:gd name="connsiteX27" fmla="*/ 6061385 w 6230568"/>
              <a:gd name="connsiteY27" fmla="*/ 2196234 h 4239440"/>
              <a:gd name="connsiteX28" fmla="*/ 6029263 w 6230568"/>
              <a:gd name="connsiteY28" fmla="*/ 2440972 h 4239440"/>
              <a:gd name="connsiteX29" fmla="*/ 6135571 w 6230568"/>
              <a:gd name="connsiteY29" fmla="*/ 2621848 h 4239440"/>
              <a:gd name="connsiteX30" fmla="*/ 6091594 w 6230568"/>
              <a:gd name="connsiteY30" fmla="*/ 2691446 h 4239440"/>
              <a:gd name="connsiteX31" fmla="*/ 6215493 w 6230568"/>
              <a:gd name="connsiteY31" fmla="*/ 2769456 h 4239440"/>
              <a:gd name="connsiteX32" fmla="*/ 6100389 w 6230568"/>
              <a:gd name="connsiteY32" fmla="*/ 2880352 h 4239440"/>
              <a:gd name="connsiteX33" fmla="*/ 5909953 w 6230568"/>
              <a:gd name="connsiteY33" fmla="*/ 3053963 h 4239440"/>
              <a:gd name="connsiteX34" fmla="*/ 5741696 w 6230568"/>
              <a:gd name="connsiteY34" fmla="*/ 3798118 h 4239440"/>
              <a:gd name="connsiteX35" fmla="*/ 5493899 w 6230568"/>
              <a:gd name="connsiteY35" fmla="*/ 4026795 h 4239440"/>
              <a:gd name="connsiteX36" fmla="*/ 3773471 w 6230568"/>
              <a:gd name="connsiteY36" fmla="*/ 4239028 h 4239440"/>
              <a:gd name="connsiteX37" fmla="*/ 2569285 w 6230568"/>
              <a:gd name="connsiteY37" fmla="*/ 4103275 h 4239440"/>
              <a:gd name="connsiteX38" fmla="*/ 2693948 w 6230568"/>
              <a:gd name="connsiteY38" fmla="*/ 4061593 h 4239440"/>
              <a:gd name="connsiteX39" fmla="*/ 2588788 w 6230568"/>
              <a:gd name="connsiteY39" fmla="*/ 4062358 h 4239440"/>
              <a:gd name="connsiteX40" fmla="*/ 2300073 w 6230568"/>
              <a:gd name="connsiteY40" fmla="*/ 4008822 h 4239440"/>
              <a:gd name="connsiteX41" fmla="*/ 1508500 w 6230568"/>
              <a:gd name="connsiteY41" fmla="*/ 3798118 h 4239440"/>
              <a:gd name="connsiteX42" fmla="*/ 1061089 w 6230568"/>
              <a:gd name="connsiteY42" fmla="*/ 3697546 h 4239440"/>
              <a:gd name="connsiteX43" fmla="*/ 939102 w 6230568"/>
              <a:gd name="connsiteY43" fmla="*/ 3648216 h 4239440"/>
              <a:gd name="connsiteX44" fmla="*/ 1243495 w 6230568"/>
              <a:gd name="connsiteY44" fmla="*/ 3624890 h 4239440"/>
              <a:gd name="connsiteX45" fmla="*/ 1083651 w 6230568"/>
              <a:gd name="connsiteY45" fmla="*/ 3595827 h 4239440"/>
              <a:gd name="connsiteX46" fmla="*/ 966636 w 6230568"/>
              <a:gd name="connsiteY46" fmla="*/ 3605770 h 4239440"/>
              <a:gd name="connsiteX47" fmla="*/ 885566 w 6230568"/>
              <a:gd name="connsiteY47" fmla="*/ 3609976 h 4239440"/>
              <a:gd name="connsiteX48" fmla="*/ 641976 w 6230568"/>
              <a:gd name="connsiteY48" fmla="*/ 3567912 h 4239440"/>
              <a:gd name="connsiteX49" fmla="*/ 399533 w 6230568"/>
              <a:gd name="connsiteY49" fmla="*/ 3583590 h 4239440"/>
              <a:gd name="connsiteX50" fmla="*/ 409093 w 6230568"/>
              <a:gd name="connsiteY50" fmla="*/ 3548792 h 4239440"/>
              <a:gd name="connsiteX51" fmla="*/ 792642 w 6230568"/>
              <a:gd name="connsiteY51" fmla="*/ 3417628 h 4239440"/>
              <a:gd name="connsiteX52" fmla="*/ 771610 w 6230568"/>
              <a:gd name="connsiteY52" fmla="*/ 3345736 h 4239440"/>
              <a:gd name="connsiteX53" fmla="*/ 945986 w 6230568"/>
              <a:gd name="connsiteY53" fmla="*/ 3317056 h 4239440"/>
              <a:gd name="connsiteX54" fmla="*/ 892449 w 6230568"/>
              <a:gd name="connsiteY54" fmla="*/ 3285316 h 4239440"/>
              <a:gd name="connsiteX55" fmla="*/ 949045 w 6230568"/>
              <a:gd name="connsiteY55" fmla="*/ 3262755 h 4239440"/>
              <a:gd name="connsiteX56" fmla="*/ 1252673 w 6230568"/>
              <a:gd name="connsiteY56" fmla="*/ 3200041 h 4239440"/>
              <a:gd name="connsiteX57" fmla="*/ 388825 w 6230568"/>
              <a:gd name="connsiteY57" fmla="*/ 3176714 h 4239440"/>
              <a:gd name="connsiteX58" fmla="*/ 127644 w 6230568"/>
              <a:gd name="connsiteY58" fmla="*/ 3111323 h 4239440"/>
              <a:gd name="connsiteX59" fmla="*/ 437008 w 6230568"/>
              <a:gd name="connsiteY59" fmla="*/ 2921652 h 4239440"/>
              <a:gd name="connsiteX60" fmla="*/ 601441 w 6230568"/>
              <a:gd name="connsiteY60" fmla="*/ 2840965 h 4239440"/>
              <a:gd name="connsiteX61" fmla="*/ 330700 w 6230568"/>
              <a:gd name="connsiteY61" fmla="*/ 2859320 h 4239440"/>
              <a:gd name="connsiteX62" fmla="*/ 534521 w 6230568"/>
              <a:gd name="connsiteY62" fmla="*/ 2720126 h 4239440"/>
              <a:gd name="connsiteX63" fmla="*/ 492839 w 6230568"/>
              <a:gd name="connsiteY63" fmla="*/ 2694505 h 4239440"/>
              <a:gd name="connsiteX64" fmla="*/ 416358 w 6230568"/>
              <a:gd name="connsiteY64" fmla="*/ 2677297 h 4239440"/>
              <a:gd name="connsiteX65" fmla="*/ 761285 w 6230568"/>
              <a:gd name="connsiteY65" fmla="*/ 2589726 h 4239440"/>
              <a:gd name="connsiteX66" fmla="*/ 664920 w 6230568"/>
              <a:gd name="connsiteY66" fmla="*/ 2466593 h 4239440"/>
              <a:gd name="connsiteX67" fmla="*/ 740253 w 6230568"/>
              <a:gd name="connsiteY67" fmla="*/ 2438677 h 4239440"/>
              <a:gd name="connsiteX68" fmla="*/ 650006 w 6230568"/>
              <a:gd name="connsiteY68" fmla="*/ 2435236 h 4239440"/>
              <a:gd name="connsiteX69" fmla="*/ 578879 w 6230568"/>
              <a:gd name="connsiteY69" fmla="*/ 2435618 h 4239440"/>
              <a:gd name="connsiteX70" fmla="*/ 451157 w 6230568"/>
              <a:gd name="connsiteY70" fmla="*/ 2404644 h 4239440"/>
              <a:gd name="connsiteX71" fmla="*/ 2216 w 6230568"/>
              <a:gd name="connsiteY71" fmla="*/ 2456650 h 4239440"/>
              <a:gd name="connsiteX72" fmla="*/ 97052 w 6230568"/>
              <a:gd name="connsiteY72" fmla="*/ 2383611 h 4239440"/>
              <a:gd name="connsiteX73" fmla="*/ 210626 w 6230568"/>
              <a:gd name="connsiteY73" fmla="*/ 2341930 h 4239440"/>
              <a:gd name="connsiteX74" fmla="*/ 57282 w 6230568"/>
              <a:gd name="connsiteY74" fmla="*/ 2319750 h 4239440"/>
              <a:gd name="connsiteX75" fmla="*/ 365499 w 6230568"/>
              <a:gd name="connsiteY75" fmla="*/ 2250153 h 4239440"/>
              <a:gd name="connsiteX76" fmla="*/ 290548 w 6230568"/>
              <a:gd name="connsiteY76" fmla="*/ 2187821 h 4239440"/>
              <a:gd name="connsiteX77" fmla="*/ 482896 w 6230568"/>
              <a:gd name="connsiteY77" fmla="*/ 1906755 h 4239440"/>
              <a:gd name="connsiteX78" fmla="*/ 867211 w 6230568"/>
              <a:gd name="connsiteY78" fmla="*/ 1747294 h 4239440"/>
              <a:gd name="connsiteX79" fmla="*/ 1063766 w 6230568"/>
              <a:gd name="connsiteY79" fmla="*/ 1734674 h 4239440"/>
              <a:gd name="connsiteX80" fmla="*/ 1008701 w 6230568"/>
              <a:gd name="connsiteY80" fmla="*/ 1683432 h 4239440"/>
              <a:gd name="connsiteX81" fmla="*/ 1152865 w 6230568"/>
              <a:gd name="connsiteY81" fmla="*/ 1394719 h 4239440"/>
              <a:gd name="connsiteX82" fmla="*/ 998376 w 6230568"/>
              <a:gd name="connsiteY82" fmla="*/ 1411927 h 4239440"/>
              <a:gd name="connsiteX83" fmla="*/ 206419 w 6230568"/>
              <a:gd name="connsiteY83" fmla="*/ 1424164 h 4239440"/>
              <a:gd name="connsiteX84" fmla="*/ 128027 w 6230568"/>
              <a:gd name="connsiteY84" fmla="*/ 1413074 h 4239440"/>
              <a:gd name="connsiteX85" fmla="*/ 672950 w 6230568"/>
              <a:gd name="connsiteY85" fmla="*/ 1268143 h 4239440"/>
              <a:gd name="connsiteX86" fmla="*/ 457658 w 6230568"/>
              <a:gd name="connsiteY86" fmla="*/ 1229138 h 4239440"/>
              <a:gd name="connsiteX87" fmla="*/ 407945 w 6230568"/>
              <a:gd name="connsiteY87" fmla="*/ 1213459 h 4239440"/>
              <a:gd name="connsiteX88" fmla="*/ 453451 w 6230568"/>
              <a:gd name="connsiteY88" fmla="*/ 1172924 h 4239440"/>
              <a:gd name="connsiteX89" fmla="*/ 568172 w 6230568"/>
              <a:gd name="connsiteY89" fmla="*/ 1132007 h 4239440"/>
              <a:gd name="connsiteX90" fmla="*/ 255367 w 6230568"/>
              <a:gd name="connsiteY90" fmla="*/ 1190898 h 4239440"/>
              <a:gd name="connsiteX91" fmla="*/ 277546 w 6230568"/>
              <a:gd name="connsiteY91" fmla="*/ 1128567 h 4239440"/>
              <a:gd name="connsiteX92" fmla="*/ 246572 w 6230568"/>
              <a:gd name="connsiteY92" fmla="*/ 1072353 h 4239440"/>
              <a:gd name="connsiteX93" fmla="*/ 422859 w 6230568"/>
              <a:gd name="connsiteY93" fmla="*/ 1000078 h 4239440"/>
              <a:gd name="connsiteX94" fmla="*/ 668362 w 6230568"/>
              <a:gd name="connsiteY94" fmla="*/ 858972 h 4239440"/>
              <a:gd name="connsiteX95" fmla="*/ 914629 w 6230568"/>
              <a:gd name="connsiteY95" fmla="*/ 768725 h 4239440"/>
              <a:gd name="connsiteX96" fmla="*/ 1117684 w 6230568"/>
              <a:gd name="connsiteY96" fmla="*/ 688420 h 4239440"/>
              <a:gd name="connsiteX97" fmla="*/ 928778 w 6230568"/>
              <a:gd name="connsiteY97" fmla="*/ 701040 h 4239440"/>
              <a:gd name="connsiteX98" fmla="*/ 1243877 w 6230568"/>
              <a:gd name="connsiteY98" fmla="*/ 574464 h 4239440"/>
              <a:gd name="connsiteX99" fmla="*/ 1291678 w 6230568"/>
              <a:gd name="connsiteY99" fmla="*/ 566434 h 4239440"/>
              <a:gd name="connsiteX100" fmla="*/ 1797596 w 6230568"/>
              <a:gd name="connsiteY100" fmla="*/ 476952 h 4239440"/>
              <a:gd name="connsiteX101" fmla="*/ 1895491 w 6230568"/>
              <a:gd name="connsiteY101" fmla="*/ 432593 h 4239440"/>
              <a:gd name="connsiteX102" fmla="*/ 1782682 w 6230568"/>
              <a:gd name="connsiteY102" fmla="*/ 423033 h 4239440"/>
              <a:gd name="connsiteX103" fmla="*/ 1406781 w 6230568"/>
              <a:gd name="connsiteY103" fmla="*/ 449419 h 4239440"/>
              <a:gd name="connsiteX104" fmla="*/ 1662226 w 6230568"/>
              <a:gd name="connsiteY104" fmla="*/ 393970 h 4239440"/>
              <a:gd name="connsiteX105" fmla="*/ 1383837 w 6230568"/>
              <a:gd name="connsiteY105" fmla="*/ 376762 h 4239440"/>
              <a:gd name="connsiteX106" fmla="*/ 1318063 w 6230568"/>
              <a:gd name="connsiteY106" fmla="*/ 333168 h 4239440"/>
              <a:gd name="connsiteX107" fmla="*/ 1365099 w 6230568"/>
              <a:gd name="connsiteY107" fmla="*/ 290722 h 4239440"/>
              <a:gd name="connsiteX108" fmla="*/ 1536798 w 6230568"/>
              <a:gd name="connsiteY108" fmla="*/ 244069 h 4239440"/>
              <a:gd name="connsiteX109" fmla="*/ 1711938 w 6230568"/>
              <a:gd name="connsiteY109" fmla="*/ 175619 h 4239440"/>
              <a:gd name="connsiteX110" fmla="*/ 2273687 w 6230568"/>
              <a:gd name="connsiteY110" fmla="*/ 78488 h 4239440"/>
              <a:gd name="connsiteX111" fmla="*/ 2646913 w 6230568"/>
              <a:gd name="connsiteY111" fmla="*/ 46749 h 4239440"/>
              <a:gd name="connsiteX112" fmla="*/ 3362388 w 6230568"/>
              <a:gd name="connsiteY112" fmla="*/ 861 h 423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230568" h="4239440">
                <a:moveTo>
                  <a:pt x="3362388" y="861"/>
                </a:moveTo>
                <a:cubicBezTo>
                  <a:pt x="3584946" y="-3346"/>
                  <a:pt x="3805210" y="8891"/>
                  <a:pt x="4026621" y="15392"/>
                </a:cubicBezTo>
                <a:cubicBezTo>
                  <a:pt x="4388374" y="26482"/>
                  <a:pt x="4752039" y="26099"/>
                  <a:pt x="5114556" y="34130"/>
                </a:cubicBezTo>
                <a:cubicBezTo>
                  <a:pt x="5340556" y="39101"/>
                  <a:pt x="5563879" y="57074"/>
                  <a:pt x="5776495" y="112905"/>
                </a:cubicBezTo>
                <a:cubicBezTo>
                  <a:pt x="5806322" y="120935"/>
                  <a:pt x="5839973" y="122465"/>
                  <a:pt x="5862918" y="141585"/>
                </a:cubicBezTo>
                <a:cubicBezTo>
                  <a:pt x="5888539" y="162999"/>
                  <a:pt x="5878214" y="194356"/>
                  <a:pt x="5840738" y="200475"/>
                </a:cubicBezTo>
                <a:cubicBezTo>
                  <a:pt x="5792938" y="208505"/>
                  <a:pt x="5743991" y="210800"/>
                  <a:pt x="5691219" y="216153"/>
                </a:cubicBezTo>
                <a:cubicBezTo>
                  <a:pt x="5711486" y="245598"/>
                  <a:pt x="5760434" y="223419"/>
                  <a:pt x="5773053" y="260130"/>
                </a:cubicBezTo>
                <a:cubicBezTo>
                  <a:pt x="5716458" y="285368"/>
                  <a:pt x="5648008" y="268925"/>
                  <a:pt x="5593324" y="293781"/>
                </a:cubicBezTo>
                <a:cubicBezTo>
                  <a:pt x="5594854" y="310989"/>
                  <a:pt x="5607090" y="312519"/>
                  <a:pt x="5617033" y="317108"/>
                </a:cubicBezTo>
                <a:cubicBezTo>
                  <a:pt x="5626976" y="321314"/>
                  <a:pt x="5651831" y="315196"/>
                  <a:pt x="5641124" y="339287"/>
                </a:cubicBezTo>
                <a:cubicBezTo>
                  <a:pt x="5527551" y="353818"/>
                  <a:pt x="5418949" y="403148"/>
                  <a:pt x="5299256" y="396265"/>
                </a:cubicBezTo>
                <a:cubicBezTo>
                  <a:pt x="5447247" y="409649"/>
                  <a:pt x="5572292" y="464333"/>
                  <a:pt x="5703073" y="500661"/>
                </a:cubicBezTo>
                <a:cubicBezTo>
                  <a:pt x="5697720" y="543490"/>
                  <a:pt x="5644949" y="526282"/>
                  <a:pt x="5629652" y="556874"/>
                </a:cubicBezTo>
                <a:cubicBezTo>
                  <a:pt x="5713398" y="578288"/>
                  <a:pt x="5793703" y="603527"/>
                  <a:pt x="5862918" y="645591"/>
                </a:cubicBezTo>
                <a:cubicBezTo>
                  <a:pt x="5925250" y="683449"/>
                  <a:pt x="5984521" y="725131"/>
                  <a:pt x="6052207" y="756106"/>
                </a:cubicBezTo>
                <a:cubicBezTo>
                  <a:pt x="6123334" y="788611"/>
                  <a:pt x="6166545" y="830293"/>
                  <a:pt x="6158515" y="901419"/>
                </a:cubicBezTo>
                <a:cubicBezTo>
                  <a:pt x="6155073" y="930482"/>
                  <a:pt x="6164251" y="954955"/>
                  <a:pt x="6195990" y="966427"/>
                </a:cubicBezTo>
                <a:cubicBezTo>
                  <a:pt x="6235378" y="980576"/>
                  <a:pt x="6231172" y="1001990"/>
                  <a:pt x="6229642" y="1034878"/>
                </a:cubicBezTo>
                <a:cubicBezTo>
                  <a:pt x="6227347" y="1074265"/>
                  <a:pt x="6207080" y="1089562"/>
                  <a:pt x="6171516" y="1102946"/>
                </a:cubicBezTo>
                <a:cubicBezTo>
                  <a:pt x="6120657" y="1121682"/>
                  <a:pt x="6120274" y="1150745"/>
                  <a:pt x="6133659" y="1185545"/>
                </a:cubicBezTo>
                <a:cubicBezTo>
                  <a:pt x="6140925" y="1204664"/>
                  <a:pt x="6152014" y="1219961"/>
                  <a:pt x="6168458" y="1234110"/>
                </a:cubicBezTo>
                <a:cubicBezTo>
                  <a:pt x="6225435" y="1283439"/>
                  <a:pt x="6225053" y="1284204"/>
                  <a:pt x="6169222" y="1342712"/>
                </a:cubicBezTo>
                <a:cubicBezTo>
                  <a:pt x="6154308" y="1358390"/>
                  <a:pt x="6138247" y="1368715"/>
                  <a:pt x="6145131" y="1393954"/>
                </a:cubicBezTo>
                <a:cubicBezTo>
                  <a:pt x="6168458" y="1477700"/>
                  <a:pt x="6165398" y="1477700"/>
                  <a:pt x="6071709" y="1505233"/>
                </a:cubicBezTo>
                <a:cubicBezTo>
                  <a:pt x="6050295" y="1511734"/>
                  <a:pt x="6021615" y="1505998"/>
                  <a:pt x="6009378" y="1530089"/>
                </a:cubicBezTo>
                <a:cubicBezTo>
                  <a:pt x="6017026" y="1547680"/>
                  <a:pt x="5999053" y="1972146"/>
                  <a:pt x="6015879" y="1979030"/>
                </a:cubicBezTo>
                <a:cubicBezTo>
                  <a:pt x="6147425" y="2032948"/>
                  <a:pt x="6163868" y="2096427"/>
                  <a:pt x="6061385" y="2196234"/>
                </a:cubicBezTo>
                <a:cubicBezTo>
                  <a:pt x="5992552" y="2263155"/>
                  <a:pt x="6000582" y="2372522"/>
                  <a:pt x="6029263" y="2440972"/>
                </a:cubicBezTo>
                <a:cubicBezTo>
                  <a:pt x="6137482" y="2471182"/>
                  <a:pt x="6113774" y="2551486"/>
                  <a:pt x="6135571" y="2621848"/>
                </a:cubicBezTo>
                <a:cubicBezTo>
                  <a:pt x="6151632" y="2674620"/>
                  <a:pt x="6088535" y="2667354"/>
                  <a:pt x="6091594" y="2691446"/>
                </a:cubicBezTo>
                <a:cubicBezTo>
                  <a:pt x="6131364" y="2720508"/>
                  <a:pt x="6184518" y="2729686"/>
                  <a:pt x="6215493" y="2769456"/>
                </a:cubicBezTo>
                <a:cubicBezTo>
                  <a:pt x="6159662" y="2798518"/>
                  <a:pt x="6131364" y="2839435"/>
                  <a:pt x="6100389" y="2880352"/>
                </a:cubicBezTo>
                <a:cubicBezTo>
                  <a:pt x="6050295" y="2946890"/>
                  <a:pt x="5982227" y="3003103"/>
                  <a:pt x="5909953" y="3053963"/>
                </a:cubicBezTo>
                <a:cubicBezTo>
                  <a:pt x="5873243" y="3408068"/>
                  <a:pt x="5754698" y="3779763"/>
                  <a:pt x="5741696" y="3798118"/>
                </a:cubicBezTo>
                <a:cubicBezTo>
                  <a:pt x="5688160" y="3792764"/>
                  <a:pt x="5584146" y="4006910"/>
                  <a:pt x="5493899" y="4026795"/>
                </a:cubicBezTo>
                <a:cubicBezTo>
                  <a:pt x="5399063" y="4048592"/>
                  <a:pt x="3988763" y="4249736"/>
                  <a:pt x="3773471" y="4239028"/>
                </a:cubicBezTo>
                <a:cubicBezTo>
                  <a:pt x="2603319" y="4182050"/>
                  <a:pt x="2569285" y="4103275"/>
                  <a:pt x="2569285" y="4103275"/>
                </a:cubicBezTo>
                <a:cubicBezTo>
                  <a:pt x="2569285" y="4103275"/>
                  <a:pt x="2635823" y="4083773"/>
                  <a:pt x="2693948" y="4061593"/>
                </a:cubicBezTo>
                <a:cubicBezTo>
                  <a:pt x="2658767" y="4062741"/>
                  <a:pt x="2623587" y="4063505"/>
                  <a:pt x="2588788" y="4062358"/>
                </a:cubicBezTo>
                <a:cubicBezTo>
                  <a:pt x="2319193" y="4054328"/>
                  <a:pt x="2565461" y="4039414"/>
                  <a:pt x="2300073" y="4008822"/>
                </a:cubicBezTo>
                <a:cubicBezTo>
                  <a:pt x="1852280" y="3957198"/>
                  <a:pt x="1919582" y="3943813"/>
                  <a:pt x="1508500" y="3798118"/>
                </a:cubicBezTo>
                <a:cubicBezTo>
                  <a:pt x="1472171" y="3785116"/>
                  <a:pt x="1217109" y="3706342"/>
                  <a:pt x="1061089" y="3697546"/>
                </a:cubicBezTo>
                <a:cubicBezTo>
                  <a:pt x="1019790" y="3695252"/>
                  <a:pt x="974667" y="3696017"/>
                  <a:pt x="939102" y="3648216"/>
                </a:cubicBezTo>
                <a:cubicBezTo>
                  <a:pt x="1048088" y="3649746"/>
                  <a:pt x="1141776" y="3649746"/>
                  <a:pt x="1243495" y="3624890"/>
                </a:cubicBezTo>
                <a:cubicBezTo>
                  <a:pt x="1189194" y="3590473"/>
                  <a:pt x="1126862" y="3619919"/>
                  <a:pt x="1083651" y="3595827"/>
                </a:cubicBezTo>
                <a:cubicBezTo>
                  <a:pt x="1043116" y="3573648"/>
                  <a:pt x="1007935" y="3570589"/>
                  <a:pt x="966636" y="3605770"/>
                </a:cubicBezTo>
                <a:cubicBezTo>
                  <a:pt x="945221" y="3624125"/>
                  <a:pt x="907363" y="3620683"/>
                  <a:pt x="885566" y="3609976"/>
                </a:cubicBezTo>
                <a:cubicBezTo>
                  <a:pt x="768933" y="3552233"/>
                  <a:pt x="771610" y="3552998"/>
                  <a:pt x="641976" y="3567912"/>
                </a:cubicBezTo>
                <a:cubicBezTo>
                  <a:pt x="559377" y="3577089"/>
                  <a:pt x="475248" y="3593533"/>
                  <a:pt x="399533" y="3583590"/>
                </a:cubicBezTo>
                <a:cubicBezTo>
                  <a:pt x="389973" y="3561793"/>
                  <a:pt x="398385" y="3551851"/>
                  <a:pt x="409093" y="3548792"/>
                </a:cubicBezTo>
                <a:cubicBezTo>
                  <a:pt x="583468" y="3501374"/>
                  <a:pt x="615972" y="3447073"/>
                  <a:pt x="792642" y="3417628"/>
                </a:cubicBezTo>
                <a:cubicBezTo>
                  <a:pt x="805644" y="3384359"/>
                  <a:pt x="741400" y="3378622"/>
                  <a:pt x="771610" y="3345736"/>
                </a:cubicBezTo>
                <a:cubicBezTo>
                  <a:pt x="826676" y="3320115"/>
                  <a:pt x="891302" y="3350325"/>
                  <a:pt x="945986" y="3317056"/>
                </a:cubicBezTo>
                <a:cubicBezTo>
                  <a:pt x="936426" y="3293347"/>
                  <a:pt x="890537" y="3310555"/>
                  <a:pt x="892449" y="3285316"/>
                </a:cubicBezTo>
                <a:cubicBezTo>
                  <a:pt x="894744" y="3256254"/>
                  <a:pt x="926866" y="3260843"/>
                  <a:pt x="949045" y="3262755"/>
                </a:cubicBezTo>
                <a:cubicBezTo>
                  <a:pt x="1056500" y="3272697"/>
                  <a:pt x="1149806" y="3218396"/>
                  <a:pt x="1252673" y="3200041"/>
                </a:cubicBezTo>
                <a:cubicBezTo>
                  <a:pt x="1142923" y="3154152"/>
                  <a:pt x="503164" y="3190863"/>
                  <a:pt x="388825" y="3176714"/>
                </a:cubicBezTo>
                <a:cubicBezTo>
                  <a:pt x="269133" y="3162183"/>
                  <a:pt x="78697" y="3123560"/>
                  <a:pt x="127644" y="3111323"/>
                </a:cubicBezTo>
                <a:cubicBezTo>
                  <a:pt x="183093" y="3097175"/>
                  <a:pt x="380795" y="2929300"/>
                  <a:pt x="437008" y="2921652"/>
                </a:cubicBezTo>
                <a:cubicBezTo>
                  <a:pt x="502399" y="2912857"/>
                  <a:pt x="515401" y="2901002"/>
                  <a:pt x="601441" y="2840965"/>
                </a:cubicBezTo>
                <a:cubicBezTo>
                  <a:pt x="658037" y="2801577"/>
                  <a:pt x="422477" y="2887235"/>
                  <a:pt x="330700" y="2859320"/>
                </a:cubicBezTo>
                <a:cubicBezTo>
                  <a:pt x="297049" y="2848995"/>
                  <a:pt x="534521" y="2740010"/>
                  <a:pt x="534521" y="2720126"/>
                </a:cubicBezTo>
                <a:cubicBezTo>
                  <a:pt x="534521" y="2699093"/>
                  <a:pt x="513106" y="2694505"/>
                  <a:pt x="492839" y="2694505"/>
                </a:cubicBezTo>
                <a:cubicBezTo>
                  <a:pt x="447715" y="2694505"/>
                  <a:pt x="461482" y="2676149"/>
                  <a:pt x="416358" y="2677297"/>
                </a:cubicBezTo>
                <a:cubicBezTo>
                  <a:pt x="548670" y="2624143"/>
                  <a:pt x="630504" y="2638292"/>
                  <a:pt x="761285" y="2589726"/>
                </a:cubicBezTo>
                <a:cubicBezTo>
                  <a:pt x="825147" y="2566017"/>
                  <a:pt x="599147" y="2487242"/>
                  <a:pt x="664920" y="2466593"/>
                </a:cubicBezTo>
                <a:cubicBezTo>
                  <a:pt x="689776" y="2458562"/>
                  <a:pt x="723045" y="2466975"/>
                  <a:pt x="740253" y="2438677"/>
                </a:cubicBezTo>
                <a:cubicBezTo>
                  <a:pt x="713103" y="2416116"/>
                  <a:pt x="677157" y="2426058"/>
                  <a:pt x="650006" y="2435236"/>
                </a:cubicBezTo>
                <a:cubicBezTo>
                  <a:pt x="580791" y="2458945"/>
                  <a:pt x="585763" y="2453209"/>
                  <a:pt x="578879" y="2435618"/>
                </a:cubicBezTo>
                <a:cubicBezTo>
                  <a:pt x="556318" y="2375581"/>
                  <a:pt x="500487" y="2394701"/>
                  <a:pt x="451157" y="2404644"/>
                </a:cubicBezTo>
                <a:cubicBezTo>
                  <a:pt x="302020" y="2434471"/>
                  <a:pt x="150971" y="2426058"/>
                  <a:pt x="2216" y="2456650"/>
                </a:cubicBezTo>
                <a:cubicBezTo>
                  <a:pt x="-13844" y="2460092"/>
                  <a:pt x="61489" y="2391642"/>
                  <a:pt x="97052" y="2383611"/>
                </a:cubicBezTo>
                <a:cubicBezTo>
                  <a:pt x="135675" y="2375199"/>
                  <a:pt x="183093" y="2381317"/>
                  <a:pt x="210626" y="2341930"/>
                </a:cubicBezTo>
                <a:cubicBezTo>
                  <a:pt x="161678" y="2331987"/>
                  <a:pt x="105848" y="2351107"/>
                  <a:pt x="57282" y="2319750"/>
                </a:cubicBezTo>
                <a:cubicBezTo>
                  <a:pt x="165120" y="2276539"/>
                  <a:pt x="272575" y="2278068"/>
                  <a:pt x="365499" y="2250153"/>
                </a:cubicBezTo>
                <a:cubicBezTo>
                  <a:pt x="373912" y="2198529"/>
                  <a:pt x="312727" y="2217266"/>
                  <a:pt x="290548" y="2187821"/>
                </a:cubicBezTo>
                <a:cubicBezTo>
                  <a:pt x="990345" y="2137344"/>
                  <a:pt x="599529" y="1988207"/>
                  <a:pt x="482896" y="1906755"/>
                </a:cubicBezTo>
                <a:cubicBezTo>
                  <a:pt x="443891" y="1879605"/>
                  <a:pt x="853827" y="1750735"/>
                  <a:pt x="867211" y="1747294"/>
                </a:cubicBezTo>
                <a:cubicBezTo>
                  <a:pt x="901245" y="1739263"/>
                  <a:pt x="1036233" y="1744999"/>
                  <a:pt x="1063766" y="1734674"/>
                </a:cubicBezTo>
                <a:cubicBezTo>
                  <a:pt x="1098947" y="1721673"/>
                  <a:pt x="982696" y="1699111"/>
                  <a:pt x="1008701" y="1683432"/>
                </a:cubicBezTo>
                <a:cubicBezTo>
                  <a:pt x="1191107" y="1572918"/>
                  <a:pt x="1204107" y="1406573"/>
                  <a:pt x="1152865" y="1394719"/>
                </a:cubicBezTo>
                <a:cubicBezTo>
                  <a:pt x="1099712" y="1382482"/>
                  <a:pt x="1047706" y="1392042"/>
                  <a:pt x="998376" y="1411927"/>
                </a:cubicBezTo>
                <a:cubicBezTo>
                  <a:pt x="918070" y="1444431"/>
                  <a:pt x="362057" y="1398160"/>
                  <a:pt x="206419" y="1424164"/>
                </a:cubicBezTo>
                <a:cubicBezTo>
                  <a:pt x="182710" y="1427988"/>
                  <a:pt x="150589" y="1445196"/>
                  <a:pt x="128027" y="1413074"/>
                </a:cubicBezTo>
                <a:cubicBezTo>
                  <a:pt x="288254" y="1309060"/>
                  <a:pt x="493986" y="1338888"/>
                  <a:pt x="672950" y="1268143"/>
                </a:cubicBezTo>
                <a:cubicBezTo>
                  <a:pt x="602588" y="1219578"/>
                  <a:pt x="531079" y="1221873"/>
                  <a:pt x="457658" y="1229138"/>
                </a:cubicBezTo>
                <a:cubicBezTo>
                  <a:pt x="438538" y="1231050"/>
                  <a:pt x="412534" y="1233727"/>
                  <a:pt x="407945" y="1213459"/>
                </a:cubicBezTo>
                <a:cubicBezTo>
                  <a:pt x="402209" y="1187838"/>
                  <a:pt x="433184" y="1183250"/>
                  <a:pt x="453451" y="1172924"/>
                </a:cubicBezTo>
                <a:cubicBezTo>
                  <a:pt x="484426" y="1156863"/>
                  <a:pt x="530314" y="1175984"/>
                  <a:pt x="568172" y="1132007"/>
                </a:cubicBezTo>
                <a:cubicBezTo>
                  <a:pt x="453451" y="1142333"/>
                  <a:pt x="356704" y="1160305"/>
                  <a:pt x="255367" y="1190898"/>
                </a:cubicBezTo>
                <a:cubicBezTo>
                  <a:pt x="264162" y="1163747"/>
                  <a:pt x="294754" y="1151128"/>
                  <a:pt x="277546" y="1128567"/>
                </a:cubicBezTo>
                <a:cubicBezTo>
                  <a:pt x="264545" y="1111740"/>
                  <a:pt x="227452" y="1103709"/>
                  <a:pt x="246572" y="1072353"/>
                </a:cubicBezTo>
                <a:cubicBezTo>
                  <a:pt x="300490" y="1039083"/>
                  <a:pt x="376971" y="1047879"/>
                  <a:pt x="422859" y="1000078"/>
                </a:cubicBezTo>
                <a:cubicBezTo>
                  <a:pt x="487868" y="932012"/>
                  <a:pt x="588822" y="908684"/>
                  <a:pt x="668362" y="858972"/>
                </a:cubicBezTo>
                <a:cubicBezTo>
                  <a:pt x="694747" y="842911"/>
                  <a:pt x="867976" y="786699"/>
                  <a:pt x="914629" y="768725"/>
                </a:cubicBezTo>
                <a:cubicBezTo>
                  <a:pt x="979637" y="743486"/>
                  <a:pt x="1053823" y="734691"/>
                  <a:pt x="1117684" y="688420"/>
                </a:cubicBezTo>
                <a:cubicBezTo>
                  <a:pt x="1054970" y="678860"/>
                  <a:pt x="1004112" y="722072"/>
                  <a:pt x="928778" y="701040"/>
                </a:cubicBezTo>
                <a:cubicBezTo>
                  <a:pt x="1048088" y="656299"/>
                  <a:pt x="1157454" y="636031"/>
                  <a:pt x="1243877" y="574464"/>
                </a:cubicBezTo>
                <a:cubicBezTo>
                  <a:pt x="1254585" y="566816"/>
                  <a:pt x="1275617" y="569111"/>
                  <a:pt x="1291678" y="566434"/>
                </a:cubicBezTo>
                <a:cubicBezTo>
                  <a:pt x="1460699" y="539283"/>
                  <a:pt x="1630486" y="516339"/>
                  <a:pt x="1797596" y="476952"/>
                </a:cubicBezTo>
                <a:cubicBezTo>
                  <a:pt x="1835454" y="467774"/>
                  <a:pt x="1902374" y="465480"/>
                  <a:pt x="1895491" y="432593"/>
                </a:cubicBezTo>
                <a:cubicBezTo>
                  <a:pt x="1885166" y="383263"/>
                  <a:pt x="1822835" y="418444"/>
                  <a:pt x="1782682" y="423033"/>
                </a:cubicBezTo>
                <a:cubicBezTo>
                  <a:pt x="1658019" y="437947"/>
                  <a:pt x="1533356" y="463950"/>
                  <a:pt x="1406781" y="449419"/>
                </a:cubicBezTo>
                <a:cubicBezTo>
                  <a:pt x="1492056" y="431064"/>
                  <a:pt x="1576950" y="412326"/>
                  <a:pt x="1662226" y="393970"/>
                </a:cubicBezTo>
                <a:cubicBezTo>
                  <a:pt x="1564330" y="400471"/>
                  <a:pt x="1479055" y="357642"/>
                  <a:pt x="1383837" y="376762"/>
                </a:cubicBezTo>
                <a:cubicBezTo>
                  <a:pt x="1353244" y="382881"/>
                  <a:pt x="1321123" y="363378"/>
                  <a:pt x="1318063" y="333168"/>
                </a:cubicBezTo>
                <a:cubicBezTo>
                  <a:pt x="1314622" y="309077"/>
                  <a:pt x="1343302" y="298370"/>
                  <a:pt x="1365099" y="290722"/>
                </a:cubicBezTo>
                <a:cubicBezTo>
                  <a:pt x="1420930" y="271219"/>
                  <a:pt x="1465288" y="213477"/>
                  <a:pt x="1536798" y="244069"/>
                </a:cubicBezTo>
                <a:cubicBezTo>
                  <a:pt x="1581921" y="195886"/>
                  <a:pt x="1653813" y="188238"/>
                  <a:pt x="1711938" y="175619"/>
                </a:cubicBezTo>
                <a:cubicBezTo>
                  <a:pt x="1897403" y="135849"/>
                  <a:pt x="2085546" y="104874"/>
                  <a:pt x="2273687" y="78488"/>
                </a:cubicBezTo>
                <a:cubicBezTo>
                  <a:pt x="2397204" y="61280"/>
                  <a:pt x="2524544" y="68546"/>
                  <a:pt x="2646913" y="46749"/>
                </a:cubicBezTo>
                <a:cubicBezTo>
                  <a:pt x="2886297" y="4302"/>
                  <a:pt x="3124151" y="5450"/>
                  <a:pt x="3362388" y="861"/>
                </a:cubicBezTo>
                <a:close/>
              </a:path>
            </a:pathLst>
          </a:custGeom>
          <a:solidFill>
            <a:schemeClr val="bg1">
              <a:lumMod val="8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C17953-5B89-8984-0C3C-3D5E6B1E8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95426"/>
            <a:ext cx="3220880" cy="4024310"/>
          </a:xfrm>
        </p:spPr>
        <p:txBody>
          <a:bodyPr>
            <a:normAutofit/>
          </a:bodyPr>
          <a:lstStyle/>
          <a:p>
            <a:r>
              <a:rPr lang="en-US" sz="3600"/>
              <a:t>Future Scope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C04D3B9-8E48-E0F4-C581-8437C922BC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2252538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032209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3488F6DB-AE81-4C8D-B1F2-045AB0C89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 descr="Digital financial graph">
            <a:extLst>
              <a:ext uri="{FF2B5EF4-FFF2-40B4-BE49-F238E27FC236}">
                <a16:creationId xmlns:a16="http://schemas.microsoft.com/office/drawing/2014/main" id="{DE13B502-553C-628E-B1B4-74A2ACB9E4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62" name="Graphic 1">
            <a:extLst>
              <a:ext uri="{FF2B5EF4-FFF2-40B4-BE49-F238E27FC236}">
                <a16:creationId xmlns:a16="http://schemas.microsoft.com/office/drawing/2014/main" id="{721F817A-BF7E-440D-B296-66D86EDB0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bg1">
              <a:alpha val="89000"/>
            </a:schemeClr>
          </a:solidFill>
          <a:ln w="32707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3204376" y="1720078"/>
            <a:ext cx="5861106" cy="1439331"/>
          </a:xfrm>
        </p:spPr>
        <p:txBody>
          <a:bodyPr anchor="b"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F26AEDDB-4290-B74F-C8B3-365265F35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4374" y="3311905"/>
            <a:ext cx="5861107" cy="187234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lnSpc>
                <a:spcPct val="90000"/>
              </a:lnSpc>
              <a:buNone/>
            </a:pPr>
            <a:r>
              <a:rPr lang="en-US" sz="1100" dirty="0">
                <a:ea typeface="+mn-lt"/>
                <a:cs typeface="+mn-lt"/>
              </a:rPr>
              <a:t>In summary, this ReactJS expense tracker project demonstrates a modular and well-organized architecture, leveraging key React concepts such as components, state management, and hooks. The integration of Material-UI enhances the visual appeal, while responsive design principles ensure a seamless user experience. The use of local Storage provides data persistence, and the clear feedback mechanisms contribute to overall usability. With a focus on encapsulation, reusability, and modern React patterns, the project showcases a thoughtful and efficient approach to building a functional and user-friendly financial tracking application.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0552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74A9A-1409-59F9-5D0E-94892D11F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50865797"/>
      </p:ext>
    </p:extLst>
  </p:cSld>
  <p:clrMapOvr>
    <a:masterClrMapping/>
  </p:clrMapOvr>
</p:sld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rushVTI">
  <a:themeElements>
    <a:clrScheme name="AnalogousFromLightSeedRightStep">
      <a:dk1>
        <a:srgbClr val="000000"/>
      </a:dk1>
      <a:lt1>
        <a:srgbClr val="FFFFFF"/>
      </a:lt1>
      <a:dk2>
        <a:srgbClr val="41243A"/>
      </a:dk2>
      <a:lt2>
        <a:srgbClr val="E2E8E3"/>
      </a:lt2>
      <a:accent1>
        <a:srgbClr val="C493BA"/>
      </a:accent1>
      <a:accent2>
        <a:srgbClr val="BA7F94"/>
      </a:accent2>
      <a:accent3>
        <a:srgbClr val="C69996"/>
      </a:accent3>
      <a:accent4>
        <a:srgbClr val="BA9B7F"/>
      </a:accent4>
      <a:accent5>
        <a:srgbClr val="A9A480"/>
      </a:accent5>
      <a:accent6>
        <a:srgbClr val="9AAA74"/>
      </a:accent6>
      <a:hlink>
        <a:srgbClr val="568E62"/>
      </a:hlink>
      <a:folHlink>
        <a:srgbClr val="7F7F7F"/>
      </a:folHlink>
    </a:clrScheme>
    <a:fontScheme name="Custom 3">
      <a:majorFont>
        <a:latin typeface="Elephant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ushVTI" id="{7102FA3A-9D7B-4497-8C4B-FB535AAFDE06}" vid="{C6D41F62-6FAB-440A-BEC7-CB7BF190811F}"/>
    </a:ext>
  </a:extLst>
</a:theme>
</file>

<file path=ppt/theme/theme3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4.xml><?xml version="1.0" encoding="utf-8"?>
<a:theme xmlns:a="http://schemas.openxmlformats.org/drawingml/2006/main" name="DividendVTI">
  <a:themeElements>
    <a:clrScheme name="AnalogousFromLightSeedLeftStep">
      <a:dk1>
        <a:srgbClr val="000000"/>
      </a:dk1>
      <a:lt1>
        <a:srgbClr val="FFFFFF"/>
      </a:lt1>
      <a:dk2>
        <a:srgbClr val="412437"/>
      </a:dk2>
      <a:lt2>
        <a:srgbClr val="E2E4E8"/>
      </a:lt2>
      <a:accent1>
        <a:srgbClr val="B69E7A"/>
      </a:accent1>
      <a:accent2>
        <a:srgbClr val="BA897F"/>
      </a:accent2>
      <a:accent3>
        <a:srgbClr val="C4929E"/>
      </a:accent3>
      <a:accent4>
        <a:srgbClr val="BA7FA6"/>
      </a:accent4>
      <a:accent5>
        <a:srgbClr val="C193C4"/>
      </a:accent5>
      <a:accent6>
        <a:srgbClr val="9D7FBA"/>
      </a:accent6>
      <a:hlink>
        <a:srgbClr val="6582AC"/>
      </a:hlink>
      <a:folHlink>
        <a:srgbClr val="7F7F7F"/>
      </a:folHlink>
    </a:clrScheme>
    <a:fontScheme name="Dividend">
      <a:majorFont>
        <a:latin typeface="Arial Nova Ligh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ova Ligh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</TotalTime>
  <Words>892</Words>
  <Application>Microsoft Office PowerPoint</Application>
  <PresentationFormat>Widescreen</PresentationFormat>
  <Paragraphs>107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16</vt:i4>
      </vt:variant>
    </vt:vector>
  </HeadingPairs>
  <TitlesOfParts>
    <vt:vector size="30" baseType="lpstr">
      <vt:lpstr>Arial</vt:lpstr>
      <vt:lpstr>Arial Nova Light</vt:lpstr>
      <vt:lpstr>Calibri</vt:lpstr>
      <vt:lpstr>Calibri Light</vt:lpstr>
      <vt:lpstr>Century Gothic</vt:lpstr>
      <vt:lpstr>Elephant</vt:lpstr>
      <vt:lpstr>Rockwell</vt:lpstr>
      <vt:lpstr>Rockwell Condensed</vt:lpstr>
      <vt:lpstr>Wingdings</vt:lpstr>
      <vt:lpstr>Wingdings 2</vt:lpstr>
      <vt:lpstr>office theme</vt:lpstr>
      <vt:lpstr>BrushVTI</vt:lpstr>
      <vt:lpstr>Wood Type</vt:lpstr>
      <vt:lpstr>DividendVTI</vt:lpstr>
      <vt:lpstr>CoinCanvas </vt:lpstr>
      <vt:lpstr>Problem Statement</vt:lpstr>
      <vt:lpstr>Proposed solution</vt:lpstr>
      <vt:lpstr>Block diagram</vt:lpstr>
      <vt:lpstr>TECHNOLOGIES used</vt:lpstr>
      <vt:lpstr>MODULES</vt:lpstr>
      <vt:lpstr>PowerPoint Presentation</vt:lpstr>
      <vt:lpstr>Components</vt:lpstr>
      <vt:lpstr>Constants</vt:lpstr>
      <vt:lpstr>Context</vt:lpstr>
      <vt:lpstr>Utils</vt:lpstr>
      <vt:lpstr>OUTPUT </vt:lpstr>
      <vt:lpstr>USE CASES OF THE PROPOSED SOLUTION​</vt:lpstr>
      <vt:lpstr>Future Scope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Aayushi Hotta</cp:lastModifiedBy>
  <cp:revision>132</cp:revision>
  <dcterms:created xsi:type="dcterms:W3CDTF">2023-10-19T15:44:37Z</dcterms:created>
  <dcterms:modified xsi:type="dcterms:W3CDTF">2023-12-01T16:35:14Z</dcterms:modified>
</cp:coreProperties>
</file>