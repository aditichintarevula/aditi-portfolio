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18"/>
  </p:notesMasterIdLst>
  <p:sldIdLst>
    <p:sldId id="256" r:id="rId2"/>
    <p:sldId id="257" r:id="rId3"/>
    <p:sldId id="258" r:id="rId4"/>
    <p:sldId id="259" r:id="rId5"/>
    <p:sldId id="260" r:id="rId6"/>
    <p:sldId id="261" r:id="rId7"/>
    <p:sldId id="267" r:id="rId8"/>
    <p:sldId id="262" r:id="rId9"/>
    <p:sldId id="263" r:id="rId10"/>
    <p:sldId id="264" r:id="rId11"/>
    <p:sldId id="268" r:id="rId12"/>
    <p:sldId id="269" r:id="rId13"/>
    <p:sldId id="270" r:id="rId14"/>
    <p:sldId id="271" r:id="rId15"/>
    <p:sldId id="272" r:id="rId16"/>
    <p:sldId id="265" r:id="rId1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1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79F5A-2A0D-45DA-ABF3-F7604C24811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85118A5B-0A04-4436-AD0C-8272D6C67AB7}">
      <dgm:prSet phldrT="[Text]"/>
      <dgm:spPr/>
      <dgm:t>
        <a:bodyPr/>
        <a:lstStyle/>
        <a:p>
          <a:pPr>
            <a:buNone/>
          </a:pPr>
          <a:r>
            <a:rPr lang="en-US" b="1" dirty="0">
              <a:solidFill>
                <a:srgbClr val="000000"/>
              </a:solidFill>
              <a:latin typeface="Petrona" pitchFamily="34" charset="0"/>
              <a:ea typeface="Petrona" pitchFamily="34" charset="-122"/>
              <a:cs typeface="Petrona" pitchFamily="34" charset="-120"/>
            </a:rPr>
            <a:t>Traditional Object Detection</a:t>
          </a:r>
          <a:endParaRPr lang="en-IN" dirty="0"/>
        </a:p>
      </dgm:t>
    </dgm:pt>
    <dgm:pt modelId="{8007BF31-5BDF-4A37-8E4C-119BDC211D27}" type="parTrans" cxnId="{7603647E-BC23-4A0E-864D-12636C7DC7FD}">
      <dgm:prSet/>
      <dgm:spPr/>
      <dgm:t>
        <a:bodyPr/>
        <a:lstStyle/>
        <a:p>
          <a:endParaRPr lang="en-IN"/>
        </a:p>
      </dgm:t>
    </dgm:pt>
    <dgm:pt modelId="{DAD9A252-86F7-4D0D-B06D-49B85F521ADC}" type="sibTrans" cxnId="{7603647E-BC23-4A0E-864D-12636C7DC7FD}">
      <dgm:prSet/>
      <dgm:spPr/>
      <dgm:t>
        <a:bodyPr/>
        <a:lstStyle/>
        <a:p>
          <a:endParaRPr lang="en-IN"/>
        </a:p>
      </dgm:t>
    </dgm:pt>
    <dgm:pt modelId="{010D978F-21D8-4AB0-A7CA-54D956B29B7C}">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Current methods rely heavily on deep learning models like YOLO and SSD. </a:t>
          </a:r>
          <a:endParaRPr lang="en-IN" dirty="0"/>
        </a:p>
      </dgm:t>
    </dgm:pt>
    <dgm:pt modelId="{83C1A03B-A999-491B-A253-D3CC3447C915}" type="parTrans" cxnId="{CEDC1B18-45A9-479F-BA0B-9D027021BB13}">
      <dgm:prSet/>
      <dgm:spPr/>
      <dgm:t>
        <a:bodyPr/>
        <a:lstStyle/>
        <a:p>
          <a:endParaRPr lang="en-IN"/>
        </a:p>
      </dgm:t>
    </dgm:pt>
    <dgm:pt modelId="{BA78A974-BEC5-46DB-AA07-57F4C3BE6ACC}" type="sibTrans" cxnId="{CEDC1B18-45A9-479F-BA0B-9D027021BB13}">
      <dgm:prSet/>
      <dgm:spPr/>
      <dgm:t>
        <a:bodyPr/>
        <a:lstStyle/>
        <a:p>
          <a:endParaRPr lang="en-IN"/>
        </a:p>
      </dgm:t>
    </dgm:pt>
    <dgm:pt modelId="{A6E6D032-4A55-4365-B5CF-05AF60ED1CAF}">
      <dgm:prSet phldrT="[Text]"/>
      <dgm:spPr/>
      <dgm:t>
        <a:bodyPr/>
        <a:lstStyle/>
        <a:p>
          <a:pPr>
            <a:buNone/>
          </a:pPr>
          <a:r>
            <a:rPr lang="en-US" b="1" dirty="0">
              <a:solidFill>
                <a:srgbClr val="000000"/>
              </a:solidFill>
              <a:latin typeface="Petrona" pitchFamily="34" charset="0"/>
              <a:ea typeface="Petrona" pitchFamily="34" charset="-122"/>
              <a:cs typeface="Petrona" pitchFamily="34" charset="-120"/>
            </a:rPr>
            <a:t>Low-Light Challenges</a:t>
          </a:r>
          <a:endParaRPr lang="en-IN" dirty="0"/>
        </a:p>
      </dgm:t>
    </dgm:pt>
    <dgm:pt modelId="{02B53BEE-4709-4D2A-9CA7-8274E8767A17}" type="parTrans" cxnId="{43688D05-FCE7-4E75-9823-AE2E39569C5D}">
      <dgm:prSet/>
      <dgm:spPr/>
      <dgm:t>
        <a:bodyPr/>
        <a:lstStyle/>
        <a:p>
          <a:endParaRPr lang="en-IN"/>
        </a:p>
      </dgm:t>
    </dgm:pt>
    <dgm:pt modelId="{67F16748-BDEC-4445-978E-1CA50454A2C2}" type="sibTrans" cxnId="{43688D05-FCE7-4E75-9823-AE2E39569C5D}">
      <dgm:prSet/>
      <dgm:spPr/>
      <dgm:t>
        <a:bodyPr/>
        <a:lstStyle/>
        <a:p>
          <a:endParaRPr lang="en-IN"/>
        </a:p>
      </dgm:t>
    </dgm:pt>
    <dgm:pt modelId="{82F844BE-23C3-4D2B-BC3F-B05278BEEFDE}">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Existing research highlights issues such as increased noise, reduced contrast, and color distortion in low-light images.</a:t>
          </a:r>
          <a:endParaRPr lang="en-IN" dirty="0"/>
        </a:p>
      </dgm:t>
    </dgm:pt>
    <dgm:pt modelId="{D460640A-93AE-42F7-A8C8-0A1647F38777}" type="parTrans" cxnId="{90025C23-9D6C-4539-BDF3-ACADF61051B4}">
      <dgm:prSet/>
      <dgm:spPr/>
      <dgm:t>
        <a:bodyPr/>
        <a:lstStyle/>
        <a:p>
          <a:endParaRPr lang="en-IN"/>
        </a:p>
      </dgm:t>
    </dgm:pt>
    <dgm:pt modelId="{E5DBE43F-E57F-4A84-8448-94001257A645}" type="sibTrans" cxnId="{90025C23-9D6C-4539-BDF3-ACADF61051B4}">
      <dgm:prSet/>
      <dgm:spPr/>
      <dgm:t>
        <a:bodyPr/>
        <a:lstStyle/>
        <a:p>
          <a:endParaRPr lang="en-IN"/>
        </a:p>
      </dgm:t>
    </dgm:pt>
    <dgm:pt modelId="{EABD4D78-3F2E-45D1-91CF-ABF7A4FA57F0}">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These systems perform well in optimal lighting but struggle in low-light conditions.</a:t>
          </a:r>
          <a:endParaRPr lang="en-IN" dirty="0"/>
        </a:p>
      </dgm:t>
    </dgm:pt>
    <dgm:pt modelId="{BBA0BF9F-B834-4DE6-AD30-20AD40AE1416}" type="parTrans" cxnId="{E7BBA6C8-B5FD-4D5A-A483-F7DEE218358C}">
      <dgm:prSet/>
      <dgm:spPr/>
      <dgm:t>
        <a:bodyPr/>
        <a:lstStyle/>
        <a:p>
          <a:endParaRPr lang="en-IN"/>
        </a:p>
      </dgm:t>
    </dgm:pt>
    <dgm:pt modelId="{B1ACC204-F68D-486D-AB56-5FDB984110E0}" type="sibTrans" cxnId="{E7BBA6C8-B5FD-4D5A-A483-F7DEE218358C}">
      <dgm:prSet/>
      <dgm:spPr/>
      <dgm:t>
        <a:bodyPr/>
        <a:lstStyle/>
        <a:p>
          <a:endParaRPr lang="en-IN"/>
        </a:p>
      </dgm:t>
    </dgm:pt>
    <dgm:pt modelId="{10D7E21A-D580-49FD-8F80-4C968D9EF8C6}">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 Recent advancements have focused on data augmentation and transfer learning to improve performance.</a:t>
          </a:r>
          <a:endParaRPr lang="en-IN" dirty="0"/>
        </a:p>
      </dgm:t>
    </dgm:pt>
    <dgm:pt modelId="{35CE79E7-8A38-4781-B719-F6ECD2CA7074}" type="parTrans" cxnId="{088C684E-46AA-44F2-839D-ACC5415B17D1}">
      <dgm:prSet/>
      <dgm:spPr/>
      <dgm:t>
        <a:bodyPr/>
        <a:lstStyle/>
        <a:p>
          <a:endParaRPr lang="en-IN"/>
        </a:p>
      </dgm:t>
    </dgm:pt>
    <dgm:pt modelId="{6E6E6B65-DCD1-4E79-B75C-BC560A047DCC}" type="sibTrans" cxnId="{088C684E-46AA-44F2-839D-ACC5415B17D1}">
      <dgm:prSet/>
      <dgm:spPr/>
      <dgm:t>
        <a:bodyPr/>
        <a:lstStyle/>
        <a:p>
          <a:endParaRPr lang="en-IN"/>
        </a:p>
      </dgm:t>
    </dgm:pt>
    <dgm:pt modelId="{D93F0239-7050-48C4-A1DC-43293A899581}">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 Solutions have included hardware improvements (e.g., enhanced sensors) and software approaches like image enhancement algorithms.</a:t>
          </a:r>
          <a:endParaRPr lang="en-IN" dirty="0"/>
        </a:p>
      </dgm:t>
    </dgm:pt>
    <dgm:pt modelId="{74A8782E-9EDA-4FC7-8736-6D89A91EFC5A}" type="parTrans" cxnId="{297031E2-B7EC-4E3E-AE85-5F53B2D5B795}">
      <dgm:prSet/>
      <dgm:spPr/>
      <dgm:t>
        <a:bodyPr/>
        <a:lstStyle/>
        <a:p>
          <a:endParaRPr lang="en-IN"/>
        </a:p>
      </dgm:t>
    </dgm:pt>
    <dgm:pt modelId="{2B594155-2E33-43C4-A32F-9637D52E01CE}" type="sibTrans" cxnId="{297031E2-B7EC-4E3E-AE85-5F53B2D5B795}">
      <dgm:prSet/>
      <dgm:spPr/>
      <dgm:t>
        <a:bodyPr/>
        <a:lstStyle/>
        <a:p>
          <a:endParaRPr lang="en-IN"/>
        </a:p>
      </dgm:t>
    </dgm:pt>
    <dgm:pt modelId="{648286A3-D03A-468D-AF73-C56BF4560857}">
      <dgm:prSet phldrT="[Text]"/>
      <dgm:spPr/>
      <dgm:t>
        <a:bodyPr/>
        <a:lstStyle/>
        <a:p>
          <a:pPr>
            <a:lnSpc>
              <a:spcPct val="100000"/>
            </a:lnSpc>
            <a:buNone/>
          </a:pPr>
          <a:r>
            <a:rPr lang="en-US" b="1" dirty="0">
              <a:solidFill>
                <a:srgbClr val="000000"/>
              </a:solidFill>
              <a:latin typeface="Petrona" pitchFamily="34" charset="0"/>
              <a:ea typeface="Petrona" pitchFamily="34" charset="-122"/>
              <a:cs typeface="Petrona" pitchFamily="34" charset="-120"/>
            </a:rPr>
            <a:t>Federated Learning Introduction</a:t>
          </a:r>
          <a:endParaRPr lang="en-IN" dirty="0"/>
        </a:p>
      </dgm:t>
    </dgm:pt>
    <dgm:pt modelId="{383F0FBE-87B8-4DBB-B77B-8E5E32EBEDCB}" type="parTrans" cxnId="{630D3DD8-D740-40F2-96ED-ACE9443B781B}">
      <dgm:prSet/>
      <dgm:spPr/>
      <dgm:t>
        <a:bodyPr/>
        <a:lstStyle/>
        <a:p>
          <a:endParaRPr lang="en-IN"/>
        </a:p>
      </dgm:t>
    </dgm:pt>
    <dgm:pt modelId="{99BC1310-0A0E-4ABE-A66E-B17A2AF9BC5A}" type="sibTrans" cxnId="{630D3DD8-D740-40F2-96ED-ACE9443B781B}">
      <dgm:prSet/>
      <dgm:spPr/>
      <dgm:t>
        <a:bodyPr/>
        <a:lstStyle/>
        <a:p>
          <a:endParaRPr lang="en-IN"/>
        </a:p>
      </dgm:t>
    </dgm:pt>
    <dgm:pt modelId="{2B1747B4-0CDD-492B-BC0F-B6DBDF90361A}">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Federated learning has emerged as a promising approach for privacy-preserving distributed learning. </a:t>
          </a:r>
          <a:endParaRPr lang="en-IN" dirty="0"/>
        </a:p>
      </dgm:t>
    </dgm:pt>
    <dgm:pt modelId="{B227D657-1283-4644-BA35-23BA130DF3BE}" type="parTrans" cxnId="{B645C3B6-0244-4A4C-BAEF-195C33AF6103}">
      <dgm:prSet/>
      <dgm:spPr/>
      <dgm:t>
        <a:bodyPr/>
        <a:lstStyle/>
        <a:p>
          <a:endParaRPr lang="en-IN"/>
        </a:p>
      </dgm:t>
    </dgm:pt>
    <dgm:pt modelId="{6377135F-99CD-4E0D-B664-FDA195E2792A}" type="sibTrans" cxnId="{B645C3B6-0244-4A4C-BAEF-195C33AF6103}">
      <dgm:prSet/>
      <dgm:spPr/>
      <dgm:t>
        <a:bodyPr/>
        <a:lstStyle/>
        <a:p>
          <a:endParaRPr lang="en-IN"/>
        </a:p>
      </dgm:t>
    </dgm:pt>
    <dgm:pt modelId="{F28D9D37-36C9-414B-8B55-91A177BEE0F5}">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It allows model training on decentralized data, addressing both privacy concerns and the need for diverse training sets in autonomous vehicle applications.</a:t>
          </a:r>
          <a:endParaRPr lang="en-IN" dirty="0"/>
        </a:p>
      </dgm:t>
    </dgm:pt>
    <dgm:pt modelId="{E4E57D37-74E3-44D9-ACFE-5CB85E9AAD13}" type="parTrans" cxnId="{1D23D1BC-D1C3-49E0-8C78-5AF287D37E65}">
      <dgm:prSet/>
      <dgm:spPr/>
      <dgm:t>
        <a:bodyPr/>
        <a:lstStyle/>
        <a:p>
          <a:endParaRPr lang="en-IN"/>
        </a:p>
      </dgm:t>
    </dgm:pt>
    <dgm:pt modelId="{15ACE9B7-6F98-4404-B275-78E03664E1AA}" type="sibTrans" cxnId="{1D23D1BC-D1C3-49E0-8C78-5AF287D37E65}">
      <dgm:prSet/>
      <dgm:spPr/>
      <dgm:t>
        <a:bodyPr/>
        <a:lstStyle/>
        <a:p>
          <a:endParaRPr lang="en-IN"/>
        </a:p>
      </dgm:t>
    </dgm:pt>
    <dgm:pt modelId="{E559D550-BE1D-4349-9008-A4A7EB60A2DB}">
      <dgm:prSet phldrT="[Text]"/>
      <dgm:spPr/>
      <dgm:t>
        <a:bodyPr/>
        <a:lstStyle/>
        <a:p>
          <a:pPr>
            <a:buNone/>
          </a:pPr>
          <a:r>
            <a:rPr lang="en-US" b="1" dirty="0">
              <a:solidFill>
                <a:srgbClr val="000000"/>
              </a:solidFill>
              <a:latin typeface="Petrona" pitchFamily="34" charset="0"/>
              <a:ea typeface="Petrona" pitchFamily="34" charset="-122"/>
              <a:cs typeface="Petrona" pitchFamily="34" charset="-120"/>
            </a:rPr>
            <a:t>Proposed System Advantages</a:t>
          </a:r>
          <a:endParaRPr lang="en-IN" dirty="0"/>
        </a:p>
      </dgm:t>
    </dgm:pt>
    <dgm:pt modelId="{62C26E8C-262F-4D4B-8FAA-0BE0BA4A4F5D}" type="parTrans" cxnId="{545860C7-B1B5-479C-B84E-D56D077CE9D8}">
      <dgm:prSet/>
      <dgm:spPr/>
      <dgm:t>
        <a:bodyPr/>
        <a:lstStyle/>
        <a:p>
          <a:endParaRPr lang="en-IN"/>
        </a:p>
      </dgm:t>
    </dgm:pt>
    <dgm:pt modelId="{0106278E-FC8F-4162-BFD5-34C0BCB7BCAA}" type="sibTrans" cxnId="{545860C7-B1B5-479C-B84E-D56D077CE9D8}">
      <dgm:prSet/>
      <dgm:spPr/>
      <dgm:t>
        <a:bodyPr/>
        <a:lstStyle/>
        <a:p>
          <a:endParaRPr lang="en-IN"/>
        </a:p>
      </dgm:t>
    </dgm:pt>
    <dgm:pt modelId="{DC8B0AC4-6125-446E-84C4-9BFF9A8EEE62}">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Our proposed system combines federated learning with advanced object detection models, specifically tailored for low-light conditions. </a:t>
          </a:r>
          <a:endParaRPr lang="en-IN" dirty="0"/>
        </a:p>
      </dgm:t>
    </dgm:pt>
    <dgm:pt modelId="{C4408284-2B02-4851-9372-322A8448D762}" type="parTrans" cxnId="{CE035C56-75B0-42A6-847C-52317241D131}">
      <dgm:prSet/>
      <dgm:spPr/>
      <dgm:t>
        <a:bodyPr/>
        <a:lstStyle/>
        <a:p>
          <a:endParaRPr lang="en-IN"/>
        </a:p>
      </dgm:t>
    </dgm:pt>
    <dgm:pt modelId="{71046697-060F-4F0E-AA38-3693D625C1D2}" type="sibTrans" cxnId="{CE035C56-75B0-42A6-847C-52317241D131}">
      <dgm:prSet/>
      <dgm:spPr/>
      <dgm:t>
        <a:bodyPr/>
        <a:lstStyle/>
        <a:p>
          <a:endParaRPr lang="en-IN"/>
        </a:p>
      </dgm:t>
    </dgm:pt>
    <dgm:pt modelId="{BC0F8F98-3808-46DF-B0C1-49E6A48FF2DC}">
      <dgm:prSet phldrT="[Text]"/>
      <dgm:spPr/>
      <dgm:t>
        <a:bodyPr/>
        <a:lstStyle/>
        <a:p>
          <a:pPr>
            <a:buFont typeface="Wingdings" panose="05000000000000000000" pitchFamily="2" charset="2"/>
            <a:buChar char="Ø"/>
          </a:pPr>
          <a:r>
            <a:rPr lang="en-US" dirty="0">
              <a:solidFill>
                <a:srgbClr val="272525"/>
              </a:solidFill>
              <a:latin typeface="Inter" pitchFamily="34" charset="0"/>
              <a:ea typeface="Inter" pitchFamily="34" charset="-122"/>
              <a:cs typeface="Inter" pitchFamily="34" charset="-120"/>
            </a:rPr>
            <a:t>This novel approach promises to overcome existing limitations by leveraging collective learning while preserving data privacy and capturing environmental diversity.</a:t>
          </a:r>
          <a:endParaRPr lang="en-IN" dirty="0"/>
        </a:p>
      </dgm:t>
    </dgm:pt>
    <dgm:pt modelId="{7B07CCF2-FDC2-4FEB-B1EF-2ECA15BD9FE3}" type="parTrans" cxnId="{4E7CB754-DC18-401A-8C68-248790906ACA}">
      <dgm:prSet/>
      <dgm:spPr/>
      <dgm:t>
        <a:bodyPr/>
        <a:lstStyle/>
        <a:p>
          <a:endParaRPr lang="en-IN"/>
        </a:p>
      </dgm:t>
    </dgm:pt>
    <dgm:pt modelId="{9C87942B-8140-4C15-9F5D-32FDD605FD73}" type="sibTrans" cxnId="{4E7CB754-DC18-401A-8C68-248790906ACA}">
      <dgm:prSet/>
      <dgm:spPr/>
      <dgm:t>
        <a:bodyPr/>
        <a:lstStyle/>
        <a:p>
          <a:endParaRPr lang="en-IN"/>
        </a:p>
      </dgm:t>
    </dgm:pt>
    <dgm:pt modelId="{6FB3F91C-5D1F-4A4D-AA5F-E6F229D0B8CC}" type="pres">
      <dgm:prSet presAssocID="{B9B79F5A-2A0D-45DA-ABF3-F7604C24811A}" presName="vert0" presStyleCnt="0">
        <dgm:presLayoutVars>
          <dgm:dir/>
          <dgm:animOne val="branch"/>
          <dgm:animLvl val="lvl"/>
        </dgm:presLayoutVars>
      </dgm:prSet>
      <dgm:spPr/>
    </dgm:pt>
    <dgm:pt modelId="{A3393EFD-B075-4258-8BA6-D91B8483039A}" type="pres">
      <dgm:prSet presAssocID="{85118A5B-0A04-4436-AD0C-8272D6C67AB7}" presName="thickLine" presStyleLbl="alignNode1" presStyleIdx="0" presStyleCnt="4"/>
      <dgm:spPr/>
    </dgm:pt>
    <dgm:pt modelId="{D9C5D9B8-EADD-442C-ADC9-156DF88749AD}" type="pres">
      <dgm:prSet presAssocID="{85118A5B-0A04-4436-AD0C-8272D6C67AB7}" presName="horz1" presStyleCnt="0"/>
      <dgm:spPr/>
    </dgm:pt>
    <dgm:pt modelId="{9D7EA9B9-50E2-40B9-B134-39D8BB561DC1}" type="pres">
      <dgm:prSet presAssocID="{85118A5B-0A04-4436-AD0C-8272D6C67AB7}" presName="tx1" presStyleLbl="revTx" presStyleIdx="0" presStyleCnt="13" custScaleX="234643"/>
      <dgm:spPr/>
    </dgm:pt>
    <dgm:pt modelId="{D7153645-F20D-4259-8833-0589BAB67423}" type="pres">
      <dgm:prSet presAssocID="{85118A5B-0A04-4436-AD0C-8272D6C67AB7}" presName="vert1" presStyleCnt="0"/>
      <dgm:spPr/>
    </dgm:pt>
    <dgm:pt modelId="{90A59722-78AB-4ED5-88D0-DA9569CE5382}" type="pres">
      <dgm:prSet presAssocID="{010D978F-21D8-4AB0-A7CA-54D956B29B7C}" presName="vertSpace2a" presStyleCnt="0"/>
      <dgm:spPr/>
    </dgm:pt>
    <dgm:pt modelId="{3750F463-AEBF-45EC-8DF5-2477BBA365A3}" type="pres">
      <dgm:prSet presAssocID="{010D978F-21D8-4AB0-A7CA-54D956B29B7C}" presName="horz2" presStyleCnt="0"/>
      <dgm:spPr/>
    </dgm:pt>
    <dgm:pt modelId="{3117EB3C-0A1E-4284-8929-F6031EDF5DE7}" type="pres">
      <dgm:prSet presAssocID="{010D978F-21D8-4AB0-A7CA-54D956B29B7C}" presName="horzSpace2" presStyleCnt="0"/>
      <dgm:spPr/>
    </dgm:pt>
    <dgm:pt modelId="{30CF4FC8-42A4-4E63-A8DE-BA60E0BB53EC}" type="pres">
      <dgm:prSet presAssocID="{010D978F-21D8-4AB0-A7CA-54D956B29B7C}" presName="tx2" presStyleLbl="revTx" presStyleIdx="1" presStyleCnt="13"/>
      <dgm:spPr/>
    </dgm:pt>
    <dgm:pt modelId="{D8E674B4-C510-4903-B5D0-A4269F3CD0FD}" type="pres">
      <dgm:prSet presAssocID="{010D978F-21D8-4AB0-A7CA-54D956B29B7C}" presName="vert2" presStyleCnt="0"/>
      <dgm:spPr/>
    </dgm:pt>
    <dgm:pt modelId="{C9D2399F-5D8B-4869-8F7D-D1903953939D}" type="pres">
      <dgm:prSet presAssocID="{010D978F-21D8-4AB0-A7CA-54D956B29B7C}" presName="thinLine2b" presStyleLbl="callout" presStyleIdx="0" presStyleCnt="9"/>
      <dgm:spPr/>
    </dgm:pt>
    <dgm:pt modelId="{3A869AFF-E71D-46E6-87D1-31EDD64AE11A}" type="pres">
      <dgm:prSet presAssocID="{010D978F-21D8-4AB0-A7CA-54D956B29B7C}" presName="vertSpace2b" presStyleCnt="0"/>
      <dgm:spPr/>
    </dgm:pt>
    <dgm:pt modelId="{52BCFE0E-557B-41F4-ACBB-E41B37EBF410}" type="pres">
      <dgm:prSet presAssocID="{EABD4D78-3F2E-45D1-91CF-ABF7A4FA57F0}" presName="horz2" presStyleCnt="0"/>
      <dgm:spPr/>
    </dgm:pt>
    <dgm:pt modelId="{ECAFCBE3-0B00-4829-A6F5-3E935242290E}" type="pres">
      <dgm:prSet presAssocID="{EABD4D78-3F2E-45D1-91CF-ABF7A4FA57F0}" presName="horzSpace2" presStyleCnt="0"/>
      <dgm:spPr/>
    </dgm:pt>
    <dgm:pt modelId="{F4C0085F-8751-478E-9CCD-F5354C3F220C}" type="pres">
      <dgm:prSet presAssocID="{EABD4D78-3F2E-45D1-91CF-ABF7A4FA57F0}" presName="tx2" presStyleLbl="revTx" presStyleIdx="2" presStyleCnt="13"/>
      <dgm:spPr/>
    </dgm:pt>
    <dgm:pt modelId="{F36BFF9D-D48B-4CF5-A0E5-A17C7D991E3D}" type="pres">
      <dgm:prSet presAssocID="{EABD4D78-3F2E-45D1-91CF-ABF7A4FA57F0}" presName="vert2" presStyleCnt="0"/>
      <dgm:spPr/>
    </dgm:pt>
    <dgm:pt modelId="{F739542E-5EA1-4C63-A9D8-D1273B51F285}" type="pres">
      <dgm:prSet presAssocID="{EABD4D78-3F2E-45D1-91CF-ABF7A4FA57F0}" presName="thinLine2b" presStyleLbl="callout" presStyleIdx="1" presStyleCnt="9"/>
      <dgm:spPr/>
    </dgm:pt>
    <dgm:pt modelId="{D2BD09B7-AE33-406E-A465-87297BA3CAAB}" type="pres">
      <dgm:prSet presAssocID="{EABD4D78-3F2E-45D1-91CF-ABF7A4FA57F0}" presName="vertSpace2b" presStyleCnt="0"/>
      <dgm:spPr/>
    </dgm:pt>
    <dgm:pt modelId="{6F841B71-77EB-433A-ACCF-19FA49D6131C}" type="pres">
      <dgm:prSet presAssocID="{10D7E21A-D580-49FD-8F80-4C968D9EF8C6}" presName="horz2" presStyleCnt="0"/>
      <dgm:spPr/>
    </dgm:pt>
    <dgm:pt modelId="{7C99FBAC-1769-45C6-8D5E-3862805342A3}" type="pres">
      <dgm:prSet presAssocID="{10D7E21A-D580-49FD-8F80-4C968D9EF8C6}" presName="horzSpace2" presStyleCnt="0"/>
      <dgm:spPr/>
    </dgm:pt>
    <dgm:pt modelId="{C2264031-887B-4DB2-B819-454642BC1327}" type="pres">
      <dgm:prSet presAssocID="{10D7E21A-D580-49FD-8F80-4C968D9EF8C6}" presName="tx2" presStyleLbl="revTx" presStyleIdx="3" presStyleCnt="13"/>
      <dgm:spPr/>
    </dgm:pt>
    <dgm:pt modelId="{A1CDF005-2166-458D-8EF9-3869BD39055A}" type="pres">
      <dgm:prSet presAssocID="{10D7E21A-D580-49FD-8F80-4C968D9EF8C6}" presName="vert2" presStyleCnt="0"/>
      <dgm:spPr/>
    </dgm:pt>
    <dgm:pt modelId="{527DF8A6-C1C9-4D61-A636-1BF486FD538F}" type="pres">
      <dgm:prSet presAssocID="{10D7E21A-D580-49FD-8F80-4C968D9EF8C6}" presName="thinLine2b" presStyleLbl="callout" presStyleIdx="2" presStyleCnt="9"/>
      <dgm:spPr/>
    </dgm:pt>
    <dgm:pt modelId="{B4E15CC7-B18B-44AB-A69C-D5CA6E944369}" type="pres">
      <dgm:prSet presAssocID="{10D7E21A-D580-49FD-8F80-4C968D9EF8C6}" presName="vertSpace2b" presStyleCnt="0"/>
      <dgm:spPr/>
    </dgm:pt>
    <dgm:pt modelId="{7E366473-EE12-43B1-8087-19D3398B10CA}" type="pres">
      <dgm:prSet presAssocID="{A6E6D032-4A55-4365-B5CF-05AF60ED1CAF}" presName="thickLine" presStyleLbl="alignNode1" presStyleIdx="1" presStyleCnt="4"/>
      <dgm:spPr/>
    </dgm:pt>
    <dgm:pt modelId="{D11484AD-963E-4BD3-AD31-3458F8C34699}" type="pres">
      <dgm:prSet presAssocID="{A6E6D032-4A55-4365-B5CF-05AF60ED1CAF}" presName="horz1" presStyleCnt="0"/>
      <dgm:spPr/>
    </dgm:pt>
    <dgm:pt modelId="{21A91C06-2798-4B9A-8346-27B9A7E76730}" type="pres">
      <dgm:prSet presAssocID="{A6E6D032-4A55-4365-B5CF-05AF60ED1CAF}" presName="tx1" presStyleLbl="revTx" presStyleIdx="4" presStyleCnt="13" custScaleX="258084"/>
      <dgm:spPr/>
    </dgm:pt>
    <dgm:pt modelId="{7F45503E-3741-44CB-B5C2-29E8F19E563B}" type="pres">
      <dgm:prSet presAssocID="{A6E6D032-4A55-4365-B5CF-05AF60ED1CAF}" presName="vert1" presStyleCnt="0"/>
      <dgm:spPr/>
    </dgm:pt>
    <dgm:pt modelId="{5EE76470-1171-4D51-92A9-40A3CC8555FA}" type="pres">
      <dgm:prSet presAssocID="{82F844BE-23C3-4D2B-BC3F-B05278BEEFDE}" presName="vertSpace2a" presStyleCnt="0"/>
      <dgm:spPr/>
    </dgm:pt>
    <dgm:pt modelId="{F6D25EAE-F8D2-4475-8A58-C67AD2558854}" type="pres">
      <dgm:prSet presAssocID="{82F844BE-23C3-4D2B-BC3F-B05278BEEFDE}" presName="horz2" presStyleCnt="0"/>
      <dgm:spPr/>
    </dgm:pt>
    <dgm:pt modelId="{0B8D920C-FDF5-456C-BEA1-32007F8731CF}" type="pres">
      <dgm:prSet presAssocID="{82F844BE-23C3-4D2B-BC3F-B05278BEEFDE}" presName="horzSpace2" presStyleCnt="0"/>
      <dgm:spPr/>
    </dgm:pt>
    <dgm:pt modelId="{7FB2638E-4B3E-42B2-80D3-21B4E93B8F38}" type="pres">
      <dgm:prSet presAssocID="{82F844BE-23C3-4D2B-BC3F-B05278BEEFDE}" presName="tx2" presStyleLbl="revTx" presStyleIdx="5" presStyleCnt="13"/>
      <dgm:spPr/>
    </dgm:pt>
    <dgm:pt modelId="{783ED998-C8CB-419D-A511-337F3A1CF289}" type="pres">
      <dgm:prSet presAssocID="{82F844BE-23C3-4D2B-BC3F-B05278BEEFDE}" presName="vert2" presStyleCnt="0"/>
      <dgm:spPr/>
    </dgm:pt>
    <dgm:pt modelId="{1503135B-3784-48F5-B46B-DB4CBC4A5558}" type="pres">
      <dgm:prSet presAssocID="{82F844BE-23C3-4D2B-BC3F-B05278BEEFDE}" presName="thinLine2b" presStyleLbl="callout" presStyleIdx="3" presStyleCnt="9"/>
      <dgm:spPr/>
    </dgm:pt>
    <dgm:pt modelId="{10532380-CF0F-46CA-A453-00B0CBB4B903}" type="pres">
      <dgm:prSet presAssocID="{82F844BE-23C3-4D2B-BC3F-B05278BEEFDE}" presName="vertSpace2b" presStyleCnt="0"/>
      <dgm:spPr/>
    </dgm:pt>
    <dgm:pt modelId="{84B0D146-F4B2-4878-957D-D99B6F1BBFD4}" type="pres">
      <dgm:prSet presAssocID="{D93F0239-7050-48C4-A1DC-43293A899581}" presName="horz2" presStyleCnt="0"/>
      <dgm:spPr/>
    </dgm:pt>
    <dgm:pt modelId="{AFC26692-BAF6-41F6-8AF6-4100325BA443}" type="pres">
      <dgm:prSet presAssocID="{D93F0239-7050-48C4-A1DC-43293A899581}" presName="horzSpace2" presStyleCnt="0"/>
      <dgm:spPr/>
    </dgm:pt>
    <dgm:pt modelId="{F0120CED-1EC8-4387-8E59-AE1346AC8A61}" type="pres">
      <dgm:prSet presAssocID="{D93F0239-7050-48C4-A1DC-43293A899581}" presName="tx2" presStyleLbl="revTx" presStyleIdx="6" presStyleCnt="13"/>
      <dgm:spPr/>
    </dgm:pt>
    <dgm:pt modelId="{7A62B999-7441-41BE-9F93-A73CB731AC79}" type="pres">
      <dgm:prSet presAssocID="{D93F0239-7050-48C4-A1DC-43293A899581}" presName="vert2" presStyleCnt="0"/>
      <dgm:spPr/>
    </dgm:pt>
    <dgm:pt modelId="{28CEAD9E-0F34-4179-855D-DE39DD0863C7}" type="pres">
      <dgm:prSet presAssocID="{D93F0239-7050-48C4-A1DC-43293A899581}" presName="thinLine2b" presStyleLbl="callout" presStyleIdx="4" presStyleCnt="9"/>
      <dgm:spPr/>
    </dgm:pt>
    <dgm:pt modelId="{6D5A7783-3D33-4460-904D-2CF00CA4054C}" type="pres">
      <dgm:prSet presAssocID="{D93F0239-7050-48C4-A1DC-43293A899581}" presName="vertSpace2b" presStyleCnt="0"/>
      <dgm:spPr/>
    </dgm:pt>
    <dgm:pt modelId="{BF3A9D36-04CE-4FC0-97C2-F97EE4732944}" type="pres">
      <dgm:prSet presAssocID="{648286A3-D03A-468D-AF73-C56BF4560857}" presName="thickLine" presStyleLbl="alignNode1" presStyleIdx="2" presStyleCnt="4"/>
      <dgm:spPr/>
    </dgm:pt>
    <dgm:pt modelId="{528DE7F8-52C3-4D16-8CD1-42432F6BEB41}" type="pres">
      <dgm:prSet presAssocID="{648286A3-D03A-468D-AF73-C56BF4560857}" presName="horz1" presStyleCnt="0"/>
      <dgm:spPr/>
    </dgm:pt>
    <dgm:pt modelId="{8F3D97B6-69CA-4AA2-A27D-9A0233940419}" type="pres">
      <dgm:prSet presAssocID="{648286A3-D03A-468D-AF73-C56BF4560857}" presName="tx1" presStyleLbl="revTx" presStyleIdx="7" presStyleCnt="13" custScaleX="257249"/>
      <dgm:spPr/>
    </dgm:pt>
    <dgm:pt modelId="{C2C01A08-CF17-4A7B-A8AD-15CE3EE8CE77}" type="pres">
      <dgm:prSet presAssocID="{648286A3-D03A-468D-AF73-C56BF4560857}" presName="vert1" presStyleCnt="0"/>
      <dgm:spPr/>
    </dgm:pt>
    <dgm:pt modelId="{83A6C3D6-0329-4B8F-B55C-B04C7DB87561}" type="pres">
      <dgm:prSet presAssocID="{2B1747B4-0CDD-492B-BC0F-B6DBDF90361A}" presName="vertSpace2a" presStyleCnt="0"/>
      <dgm:spPr/>
    </dgm:pt>
    <dgm:pt modelId="{68760DB5-060E-4209-802E-59524E8AA045}" type="pres">
      <dgm:prSet presAssocID="{2B1747B4-0CDD-492B-BC0F-B6DBDF90361A}" presName="horz2" presStyleCnt="0"/>
      <dgm:spPr/>
    </dgm:pt>
    <dgm:pt modelId="{5AD7C75E-1E3B-4E8B-A287-34610FBFB5EB}" type="pres">
      <dgm:prSet presAssocID="{2B1747B4-0CDD-492B-BC0F-B6DBDF90361A}" presName="horzSpace2" presStyleCnt="0"/>
      <dgm:spPr/>
    </dgm:pt>
    <dgm:pt modelId="{0A54C0FE-859C-494A-A1A1-ABF3DA4B7E43}" type="pres">
      <dgm:prSet presAssocID="{2B1747B4-0CDD-492B-BC0F-B6DBDF90361A}" presName="tx2" presStyleLbl="revTx" presStyleIdx="8" presStyleCnt="13"/>
      <dgm:spPr/>
    </dgm:pt>
    <dgm:pt modelId="{74BD7AD7-28E9-4941-95C6-E169A604793E}" type="pres">
      <dgm:prSet presAssocID="{2B1747B4-0CDD-492B-BC0F-B6DBDF90361A}" presName="vert2" presStyleCnt="0"/>
      <dgm:spPr/>
    </dgm:pt>
    <dgm:pt modelId="{C5460573-C59E-41A6-99C7-C78DAE1C08EB}" type="pres">
      <dgm:prSet presAssocID="{2B1747B4-0CDD-492B-BC0F-B6DBDF90361A}" presName="thinLine2b" presStyleLbl="callout" presStyleIdx="5" presStyleCnt="9"/>
      <dgm:spPr/>
    </dgm:pt>
    <dgm:pt modelId="{57E83907-BD8F-458A-A919-1C972672A778}" type="pres">
      <dgm:prSet presAssocID="{2B1747B4-0CDD-492B-BC0F-B6DBDF90361A}" presName="vertSpace2b" presStyleCnt="0"/>
      <dgm:spPr/>
    </dgm:pt>
    <dgm:pt modelId="{9D3F804D-5C7E-45F0-ABD9-F094BA4425D0}" type="pres">
      <dgm:prSet presAssocID="{F28D9D37-36C9-414B-8B55-91A177BEE0F5}" presName="horz2" presStyleCnt="0"/>
      <dgm:spPr/>
    </dgm:pt>
    <dgm:pt modelId="{44E75B27-0F2E-454F-9237-748C14B2CC49}" type="pres">
      <dgm:prSet presAssocID="{F28D9D37-36C9-414B-8B55-91A177BEE0F5}" presName="horzSpace2" presStyleCnt="0"/>
      <dgm:spPr/>
    </dgm:pt>
    <dgm:pt modelId="{B9E61A31-D3B8-4DAB-AA13-F6D800FEF959}" type="pres">
      <dgm:prSet presAssocID="{F28D9D37-36C9-414B-8B55-91A177BEE0F5}" presName="tx2" presStyleLbl="revTx" presStyleIdx="9" presStyleCnt="13"/>
      <dgm:spPr/>
    </dgm:pt>
    <dgm:pt modelId="{376FBE54-5CA1-44D2-BE39-10C45AECC7D4}" type="pres">
      <dgm:prSet presAssocID="{F28D9D37-36C9-414B-8B55-91A177BEE0F5}" presName="vert2" presStyleCnt="0"/>
      <dgm:spPr/>
    </dgm:pt>
    <dgm:pt modelId="{803F1C03-CDE1-4B37-B305-F31A34820051}" type="pres">
      <dgm:prSet presAssocID="{F28D9D37-36C9-414B-8B55-91A177BEE0F5}" presName="thinLine2b" presStyleLbl="callout" presStyleIdx="6" presStyleCnt="9"/>
      <dgm:spPr/>
    </dgm:pt>
    <dgm:pt modelId="{47EC7B4A-EC18-43FB-ADC3-5E6B8A3A1AD0}" type="pres">
      <dgm:prSet presAssocID="{F28D9D37-36C9-414B-8B55-91A177BEE0F5}" presName="vertSpace2b" presStyleCnt="0"/>
      <dgm:spPr/>
    </dgm:pt>
    <dgm:pt modelId="{E19EC70B-D4E1-42D8-B313-107F77EAB232}" type="pres">
      <dgm:prSet presAssocID="{E559D550-BE1D-4349-9008-A4A7EB60A2DB}" presName="thickLine" presStyleLbl="alignNode1" presStyleIdx="3" presStyleCnt="4"/>
      <dgm:spPr/>
    </dgm:pt>
    <dgm:pt modelId="{3E4ECEE4-0581-4AC2-86B6-58FFC58C155C}" type="pres">
      <dgm:prSet presAssocID="{E559D550-BE1D-4349-9008-A4A7EB60A2DB}" presName="horz1" presStyleCnt="0"/>
      <dgm:spPr/>
    </dgm:pt>
    <dgm:pt modelId="{6DCC86D5-397D-4DEA-8678-B1B219CF1AD0}" type="pres">
      <dgm:prSet presAssocID="{E559D550-BE1D-4349-9008-A4A7EB60A2DB}" presName="tx1" presStyleLbl="revTx" presStyleIdx="10" presStyleCnt="13" custScaleX="257013" custLinFactNeighborY="623"/>
      <dgm:spPr/>
    </dgm:pt>
    <dgm:pt modelId="{647573E4-7D1D-4F8C-8C1B-44A207054167}" type="pres">
      <dgm:prSet presAssocID="{E559D550-BE1D-4349-9008-A4A7EB60A2DB}" presName="vert1" presStyleCnt="0"/>
      <dgm:spPr/>
    </dgm:pt>
    <dgm:pt modelId="{43F052AA-C62F-4FD4-95D5-614A4A5B0AF7}" type="pres">
      <dgm:prSet presAssocID="{DC8B0AC4-6125-446E-84C4-9BFF9A8EEE62}" presName="vertSpace2a" presStyleCnt="0"/>
      <dgm:spPr/>
    </dgm:pt>
    <dgm:pt modelId="{22A4D9B9-FA73-4150-A5EE-094EE17B30FF}" type="pres">
      <dgm:prSet presAssocID="{DC8B0AC4-6125-446E-84C4-9BFF9A8EEE62}" presName="horz2" presStyleCnt="0"/>
      <dgm:spPr/>
    </dgm:pt>
    <dgm:pt modelId="{0C12ED0C-D546-4E17-9F85-C284624F4A86}" type="pres">
      <dgm:prSet presAssocID="{DC8B0AC4-6125-446E-84C4-9BFF9A8EEE62}" presName="horzSpace2" presStyleCnt="0"/>
      <dgm:spPr/>
    </dgm:pt>
    <dgm:pt modelId="{CF924A19-760C-495C-842D-84BB0E577BD7}" type="pres">
      <dgm:prSet presAssocID="{DC8B0AC4-6125-446E-84C4-9BFF9A8EEE62}" presName="tx2" presStyleLbl="revTx" presStyleIdx="11" presStyleCnt="13"/>
      <dgm:spPr/>
    </dgm:pt>
    <dgm:pt modelId="{1D397079-BB00-437C-8DD6-8B4264F0B8FB}" type="pres">
      <dgm:prSet presAssocID="{DC8B0AC4-6125-446E-84C4-9BFF9A8EEE62}" presName="vert2" presStyleCnt="0"/>
      <dgm:spPr/>
    </dgm:pt>
    <dgm:pt modelId="{364A1E4A-EE5D-4018-AD56-B77A69F5B6C5}" type="pres">
      <dgm:prSet presAssocID="{DC8B0AC4-6125-446E-84C4-9BFF9A8EEE62}" presName="thinLine2b" presStyleLbl="callout" presStyleIdx="7" presStyleCnt="9"/>
      <dgm:spPr/>
    </dgm:pt>
    <dgm:pt modelId="{46EB0F2F-553E-4699-B9D3-D0C1FAFBE623}" type="pres">
      <dgm:prSet presAssocID="{DC8B0AC4-6125-446E-84C4-9BFF9A8EEE62}" presName="vertSpace2b" presStyleCnt="0"/>
      <dgm:spPr/>
    </dgm:pt>
    <dgm:pt modelId="{4BC1AE0C-C9B7-47A5-A017-B506B5F8C175}" type="pres">
      <dgm:prSet presAssocID="{BC0F8F98-3808-46DF-B0C1-49E6A48FF2DC}" presName="horz2" presStyleCnt="0"/>
      <dgm:spPr/>
    </dgm:pt>
    <dgm:pt modelId="{2F03EE27-4E97-43D5-9037-2F5D798883C6}" type="pres">
      <dgm:prSet presAssocID="{BC0F8F98-3808-46DF-B0C1-49E6A48FF2DC}" presName="horzSpace2" presStyleCnt="0"/>
      <dgm:spPr/>
    </dgm:pt>
    <dgm:pt modelId="{AC5C1DF5-3515-4D8F-AF29-C08F77D7BA0E}" type="pres">
      <dgm:prSet presAssocID="{BC0F8F98-3808-46DF-B0C1-49E6A48FF2DC}" presName="tx2" presStyleLbl="revTx" presStyleIdx="12" presStyleCnt="13"/>
      <dgm:spPr/>
    </dgm:pt>
    <dgm:pt modelId="{F07238F9-B731-4185-A41F-2C8A2375CA72}" type="pres">
      <dgm:prSet presAssocID="{BC0F8F98-3808-46DF-B0C1-49E6A48FF2DC}" presName="vert2" presStyleCnt="0"/>
      <dgm:spPr/>
    </dgm:pt>
    <dgm:pt modelId="{F8DF7D8B-5D9D-48B8-B775-ABE7251D1882}" type="pres">
      <dgm:prSet presAssocID="{BC0F8F98-3808-46DF-B0C1-49E6A48FF2DC}" presName="thinLine2b" presStyleLbl="callout" presStyleIdx="8" presStyleCnt="9"/>
      <dgm:spPr/>
    </dgm:pt>
    <dgm:pt modelId="{FD6E64FF-3EBE-4FCA-B24B-ED6CEB84569D}" type="pres">
      <dgm:prSet presAssocID="{BC0F8F98-3808-46DF-B0C1-49E6A48FF2DC}" presName="vertSpace2b" presStyleCnt="0"/>
      <dgm:spPr/>
    </dgm:pt>
  </dgm:ptLst>
  <dgm:cxnLst>
    <dgm:cxn modelId="{43688D05-FCE7-4E75-9823-AE2E39569C5D}" srcId="{B9B79F5A-2A0D-45DA-ABF3-F7604C24811A}" destId="{A6E6D032-4A55-4365-B5CF-05AF60ED1CAF}" srcOrd="1" destOrd="0" parTransId="{02B53BEE-4709-4D2A-9CA7-8274E8767A17}" sibTransId="{67F16748-BDEC-4445-978E-1CA50454A2C2}"/>
    <dgm:cxn modelId="{67ACD907-1E95-4FDF-A73A-5911A0BD8133}" type="presOf" srcId="{2B1747B4-0CDD-492B-BC0F-B6DBDF90361A}" destId="{0A54C0FE-859C-494A-A1A1-ABF3DA4B7E43}" srcOrd="0" destOrd="0" presId="urn:microsoft.com/office/officeart/2008/layout/LinedList"/>
    <dgm:cxn modelId="{1626A00C-D043-4E68-902F-D78E333F0BC5}" type="presOf" srcId="{DC8B0AC4-6125-446E-84C4-9BFF9A8EEE62}" destId="{CF924A19-760C-495C-842D-84BB0E577BD7}" srcOrd="0" destOrd="0" presId="urn:microsoft.com/office/officeart/2008/layout/LinedList"/>
    <dgm:cxn modelId="{99BC7E14-0E40-4872-A3F0-0CB006927C06}" type="presOf" srcId="{D93F0239-7050-48C4-A1DC-43293A899581}" destId="{F0120CED-1EC8-4387-8E59-AE1346AC8A61}" srcOrd="0" destOrd="0" presId="urn:microsoft.com/office/officeart/2008/layout/LinedList"/>
    <dgm:cxn modelId="{CEDC1B18-45A9-479F-BA0B-9D027021BB13}" srcId="{85118A5B-0A04-4436-AD0C-8272D6C67AB7}" destId="{010D978F-21D8-4AB0-A7CA-54D956B29B7C}" srcOrd="0" destOrd="0" parTransId="{83C1A03B-A999-491B-A253-D3CC3447C915}" sibTransId="{BA78A974-BEC5-46DB-AA07-57F4C3BE6ACC}"/>
    <dgm:cxn modelId="{44B08519-1F6C-44BF-BCF7-A4E6336855AA}" type="presOf" srcId="{F28D9D37-36C9-414B-8B55-91A177BEE0F5}" destId="{B9E61A31-D3B8-4DAB-AA13-F6D800FEF959}" srcOrd="0" destOrd="0" presId="urn:microsoft.com/office/officeart/2008/layout/LinedList"/>
    <dgm:cxn modelId="{90025C23-9D6C-4539-BDF3-ACADF61051B4}" srcId="{A6E6D032-4A55-4365-B5CF-05AF60ED1CAF}" destId="{82F844BE-23C3-4D2B-BC3F-B05278BEEFDE}" srcOrd="0" destOrd="0" parTransId="{D460640A-93AE-42F7-A8C8-0A1647F38777}" sibTransId="{E5DBE43F-E57F-4A84-8448-94001257A645}"/>
    <dgm:cxn modelId="{A6BE2130-0FF6-4CAD-9210-C38460A273A5}" type="presOf" srcId="{648286A3-D03A-468D-AF73-C56BF4560857}" destId="{8F3D97B6-69CA-4AA2-A27D-9A0233940419}" srcOrd="0" destOrd="0" presId="urn:microsoft.com/office/officeart/2008/layout/LinedList"/>
    <dgm:cxn modelId="{38580C5C-DEAC-4E58-AE2D-ED2CDB8AFD48}" type="presOf" srcId="{E559D550-BE1D-4349-9008-A4A7EB60A2DB}" destId="{6DCC86D5-397D-4DEA-8678-B1B219CF1AD0}" srcOrd="0" destOrd="0" presId="urn:microsoft.com/office/officeart/2008/layout/LinedList"/>
    <dgm:cxn modelId="{8AF74461-E66D-45AB-9FD4-E7B13F8C66D2}" type="presOf" srcId="{BC0F8F98-3808-46DF-B0C1-49E6A48FF2DC}" destId="{AC5C1DF5-3515-4D8F-AF29-C08F77D7BA0E}" srcOrd="0" destOrd="0" presId="urn:microsoft.com/office/officeart/2008/layout/LinedList"/>
    <dgm:cxn modelId="{CAF4BF65-1AD4-4B9F-9130-21E239546D3F}" type="presOf" srcId="{010D978F-21D8-4AB0-A7CA-54D956B29B7C}" destId="{30CF4FC8-42A4-4E63-A8DE-BA60E0BB53EC}" srcOrd="0" destOrd="0" presId="urn:microsoft.com/office/officeart/2008/layout/LinedList"/>
    <dgm:cxn modelId="{58A6AD47-B38A-477F-ADDB-EB904F52B319}" type="presOf" srcId="{85118A5B-0A04-4436-AD0C-8272D6C67AB7}" destId="{9D7EA9B9-50E2-40B9-B134-39D8BB561DC1}" srcOrd="0" destOrd="0" presId="urn:microsoft.com/office/officeart/2008/layout/LinedList"/>
    <dgm:cxn modelId="{C98F0C69-0705-42DF-BEA7-C0A71E9BDF00}" type="presOf" srcId="{EABD4D78-3F2E-45D1-91CF-ABF7A4FA57F0}" destId="{F4C0085F-8751-478E-9CCD-F5354C3F220C}" srcOrd="0" destOrd="0" presId="urn:microsoft.com/office/officeart/2008/layout/LinedList"/>
    <dgm:cxn modelId="{088C684E-46AA-44F2-839D-ACC5415B17D1}" srcId="{85118A5B-0A04-4436-AD0C-8272D6C67AB7}" destId="{10D7E21A-D580-49FD-8F80-4C968D9EF8C6}" srcOrd="2" destOrd="0" parTransId="{35CE79E7-8A38-4781-B719-F6ECD2CA7074}" sibTransId="{6E6E6B65-DCD1-4E79-B75C-BC560A047DCC}"/>
    <dgm:cxn modelId="{4E7CB754-DC18-401A-8C68-248790906ACA}" srcId="{E559D550-BE1D-4349-9008-A4A7EB60A2DB}" destId="{BC0F8F98-3808-46DF-B0C1-49E6A48FF2DC}" srcOrd="1" destOrd="0" parTransId="{7B07CCF2-FDC2-4FEB-B1EF-2ECA15BD9FE3}" sibTransId="{9C87942B-8140-4C15-9F5D-32FDD605FD73}"/>
    <dgm:cxn modelId="{CE035C56-75B0-42A6-847C-52317241D131}" srcId="{E559D550-BE1D-4349-9008-A4A7EB60A2DB}" destId="{DC8B0AC4-6125-446E-84C4-9BFF9A8EEE62}" srcOrd="0" destOrd="0" parTransId="{C4408284-2B02-4851-9372-322A8448D762}" sibTransId="{71046697-060F-4F0E-AA38-3693D625C1D2}"/>
    <dgm:cxn modelId="{7603647E-BC23-4A0E-864D-12636C7DC7FD}" srcId="{B9B79F5A-2A0D-45DA-ABF3-F7604C24811A}" destId="{85118A5B-0A04-4436-AD0C-8272D6C67AB7}" srcOrd="0" destOrd="0" parTransId="{8007BF31-5BDF-4A37-8E4C-119BDC211D27}" sibTransId="{DAD9A252-86F7-4D0D-B06D-49B85F521ADC}"/>
    <dgm:cxn modelId="{52490081-DAB0-42BB-A6B4-69BD17B118C9}" type="presOf" srcId="{B9B79F5A-2A0D-45DA-ABF3-F7604C24811A}" destId="{6FB3F91C-5D1F-4A4D-AA5F-E6F229D0B8CC}" srcOrd="0" destOrd="0" presId="urn:microsoft.com/office/officeart/2008/layout/LinedList"/>
    <dgm:cxn modelId="{4EBB5F92-64EE-4A58-A9DF-7512C99AD31B}" type="presOf" srcId="{A6E6D032-4A55-4365-B5CF-05AF60ED1CAF}" destId="{21A91C06-2798-4B9A-8346-27B9A7E76730}" srcOrd="0" destOrd="0" presId="urn:microsoft.com/office/officeart/2008/layout/LinedList"/>
    <dgm:cxn modelId="{27891DB4-A937-45A8-B436-949BDD161D6A}" type="presOf" srcId="{10D7E21A-D580-49FD-8F80-4C968D9EF8C6}" destId="{C2264031-887B-4DB2-B819-454642BC1327}" srcOrd="0" destOrd="0" presId="urn:microsoft.com/office/officeart/2008/layout/LinedList"/>
    <dgm:cxn modelId="{B645C3B6-0244-4A4C-BAEF-195C33AF6103}" srcId="{648286A3-D03A-468D-AF73-C56BF4560857}" destId="{2B1747B4-0CDD-492B-BC0F-B6DBDF90361A}" srcOrd="0" destOrd="0" parTransId="{B227D657-1283-4644-BA35-23BA130DF3BE}" sibTransId="{6377135F-99CD-4E0D-B664-FDA195E2792A}"/>
    <dgm:cxn modelId="{1D23D1BC-D1C3-49E0-8C78-5AF287D37E65}" srcId="{648286A3-D03A-468D-AF73-C56BF4560857}" destId="{F28D9D37-36C9-414B-8B55-91A177BEE0F5}" srcOrd="1" destOrd="0" parTransId="{E4E57D37-74E3-44D9-ACFE-5CB85E9AAD13}" sibTransId="{15ACE9B7-6F98-4404-B275-78E03664E1AA}"/>
    <dgm:cxn modelId="{545860C7-B1B5-479C-B84E-D56D077CE9D8}" srcId="{B9B79F5A-2A0D-45DA-ABF3-F7604C24811A}" destId="{E559D550-BE1D-4349-9008-A4A7EB60A2DB}" srcOrd="3" destOrd="0" parTransId="{62C26E8C-262F-4D4B-8FAA-0BE0BA4A4F5D}" sibTransId="{0106278E-FC8F-4162-BFD5-34C0BCB7BCAA}"/>
    <dgm:cxn modelId="{E7BBA6C8-B5FD-4D5A-A483-F7DEE218358C}" srcId="{85118A5B-0A04-4436-AD0C-8272D6C67AB7}" destId="{EABD4D78-3F2E-45D1-91CF-ABF7A4FA57F0}" srcOrd="1" destOrd="0" parTransId="{BBA0BF9F-B834-4DE6-AD30-20AD40AE1416}" sibTransId="{B1ACC204-F68D-486D-AB56-5FDB984110E0}"/>
    <dgm:cxn modelId="{630D3DD8-D740-40F2-96ED-ACE9443B781B}" srcId="{B9B79F5A-2A0D-45DA-ABF3-F7604C24811A}" destId="{648286A3-D03A-468D-AF73-C56BF4560857}" srcOrd="2" destOrd="0" parTransId="{383F0FBE-87B8-4DBB-B77B-8E5E32EBEDCB}" sibTransId="{99BC1310-0A0E-4ABE-A66E-B17A2AF9BC5A}"/>
    <dgm:cxn modelId="{36538CDE-F72A-46D1-A7AD-CEA067232A12}" type="presOf" srcId="{82F844BE-23C3-4D2B-BC3F-B05278BEEFDE}" destId="{7FB2638E-4B3E-42B2-80D3-21B4E93B8F38}" srcOrd="0" destOrd="0" presId="urn:microsoft.com/office/officeart/2008/layout/LinedList"/>
    <dgm:cxn modelId="{297031E2-B7EC-4E3E-AE85-5F53B2D5B795}" srcId="{A6E6D032-4A55-4365-B5CF-05AF60ED1CAF}" destId="{D93F0239-7050-48C4-A1DC-43293A899581}" srcOrd="1" destOrd="0" parTransId="{74A8782E-9EDA-4FC7-8736-6D89A91EFC5A}" sibTransId="{2B594155-2E33-43C4-A32F-9637D52E01CE}"/>
    <dgm:cxn modelId="{BD30F44C-AA20-4888-B08C-19BF958C7946}" type="presParOf" srcId="{6FB3F91C-5D1F-4A4D-AA5F-E6F229D0B8CC}" destId="{A3393EFD-B075-4258-8BA6-D91B8483039A}" srcOrd="0" destOrd="0" presId="urn:microsoft.com/office/officeart/2008/layout/LinedList"/>
    <dgm:cxn modelId="{D68DED63-7FE3-4530-AD2E-240A42F2F351}" type="presParOf" srcId="{6FB3F91C-5D1F-4A4D-AA5F-E6F229D0B8CC}" destId="{D9C5D9B8-EADD-442C-ADC9-156DF88749AD}" srcOrd="1" destOrd="0" presId="urn:microsoft.com/office/officeart/2008/layout/LinedList"/>
    <dgm:cxn modelId="{ABEC17E7-3010-44F7-BC6C-FD94669D9298}" type="presParOf" srcId="{D9C5D9B8-EADD-442C-ADC9-156DF88749AD}" destId="{9D7EA9B9-50E2-40B9-B134-39D8BB561DC1}" srcOrd="0" destOrd="0" presId="urn:microsoft.com/office/officeart/2008/layout/LinedList"/>
    <dgm:cxn modelId="{7575E1CC-B561-46F3-8FC7-F4F3B12FEEE4}" type="presParOf" srcId="{D9C5D9B8-EADD-442C-ADC9-156DF88749AD}" destId="{D7153645-F20D-4259-8833-0589BAB67423}" srcOrd="1" destOrd="0" presId="urn:microsoft.com/office/officeart/2008/layout/LinedList"/>
    <dgm:cxn modelId="{CDA040DC-8C4C-44DD-A1D0-48C390F29650}" type="presParOf" srcId="{D7153645-F20D-4259-8833-0589BAB67423}" destId="{90A59722-78AB-4ED5-88D0-DA9569CE5382}" srcOrd="0" destOrd="0" presId="urn:microsoft.com/office/officeart/2008/layout/LinedList"/>
    <dgm:cxn modelId="{F6221519-5EC3-4E2B-AAB5-D369291F4C62}" type="presParOf" srcId="{D7153645-F20D-4259-8833-0589BAB67423}" destId="{3750F463-AEBF-45EC-8DF5-2477BBA365A3}" srcOrd="1" destOrd="0" presId="urn:microsoft.com/office/officeart/2008/layout/LinedList"/>
    <dgm:cxn modelId="{F55D5D14-80B8-4BD0-9DA3-EC5F3C1E9C47}" type="presParOf" srcId="{3750F463-AEBF-45EC-8DF5-2477BBA365A3}" destId="{3117EB3C-0A1E-4284-8929-F6031EDF5DE7}" srcOrd="0" destOrd="0" presId="urn:microsoft.com/office/officeart/2008/layout/LinedList"/>
    <dgm:cxn modelId="{3908AAD9-5234-4C6F-B17A-631CB16334AF}" type="presParOf" srcId="{3750F463-AEBF-45EC-8DF5-2477BBA365A3}" destId="{30CF4FC8-42A4-4E63-A8DE-BA60E0BB53EC}" srcOrd="1" destOrd="0" presId="urn:microsoft.com/office/officeart/2008/layout/LinedList"/>
    <dgm:cxn modelId="{E5A77948-9BB2-4E43-BFD9-4B0FC357F963}" type="presParOf" srcId="{3750F463-AEBF-45EC-8DF5-2477BBA365A3}" destId="{D8E674B4-C510-4903-B5D0-A4269F3CD0FD}" srcOrd="2" destOrd="0" presId="urn:microsoft.com/office/officeart/2008/layout/LinedList"/>
    <dgm:cxn modelId="{29A81968-93F2-4E25-B956-D15CD91CF8DA}" type="presParOf" srcId="{D7153645-F20D-4259-8833-0589BAB67423}" destId="{C9D2399F-5D8B-4869-8F7D-D1903953939D}" srcOrd="2" destOrd="0" presId="urn:microsoft.com/office/officeart/2008/layout/LinedList"/>
    <dgm:cxn modelId="{5C37DF49-5476-43F5-9535-696CB8156F81}" type="presParOf" srcId="{D7153645-F20D-4259-8833-0589BAB67423}" destId="{3A869AFF-E71D-46E6-87D1-31EDD64AE11A}" srcOrd="3" destOrd="0" presId="urn:microsoft.com/office/officeart/2008/layout/LinedList"/>
    <dgm:cxn modelId="{B704F630-42DC-49CC-A463-BF0BB4B6E76A}" type="presParOf" srcId="{D7153645-F20D-4259-8833-0589BAB67423}" destId="{52BCFE0E-557B-41F4-ACBB-E41B37EBF410}" srcOrd="4" destOrd="0" presId="urn:microsoft.com/office/officeart/2008/layout/LinedList"/>
    <dgm:cxn modelId="{8166EAED-1958-41D5-BCF9-6E6155E2891D}" type="presParOf" srcId="{52BCFE0E-557B-41F4-ACBB-E41B37EBF410}" destId="{ECAFCBE3-0B00-4829-A6F5-3E935242290E}" srcOrd="0" destOrd="0" presId="urn:microsoft.com/office/officeart/2008/layout/LinedList"/>
    <dgm:cxn modelId="{ACF0694F-A52E-4A70-8D37-03E287413C57}" type="presParOf" srcId="{52BCFE0E-557B-41F4-ACBB-E41B37EBF410}" destId="{F4C0085F-8751-478E-9CCD-F5354C3F220C}" srcOrd="1" destOrd="0" presId="urn:microsoft.com/office/officeart/2008/layout/LinedList"/>
    <dgm:cxn modelId="{7011AADF-F49B-4AEF-9849-02A20F97679A}" type="presParOf" srcId="{52BCFE0E-557B-41F4-ACBB-E41B37EBF410}" destId="{F36BFF9D-D48B-4CF5-A0E5-A17C7D991E3D}" srcOrd="2" destOrd="0" presId="urn:microsoft.com/office/officeart/2008/layout/LinedList"/>
    <dgm:cxn modelId="{91FADCAC-E56C-47A5-A5EF-9252A0BAB614}" type="presParOf" srcId="{D7153645-F20D-4259-8833-0589BAB67423}" destId="{F739542E-5EA1-4C63-A9D8-D1273B51F285}" srcOrd="5" destOrd="0" presId="urn:microsoft.com/office/officeart/2008/layout/LinedList"/>
    <dgm:cxn modelId="{B1CFB7ED-A85F-4F25-8D3D-EC466CD4C733}" type="presParOf" srcId="{D7153645-F20D-4259-8833-0589BAB67423}" destId="{D2BD09B7-AE33-406E-A465-87297BA3CAAB}" srcOrd="6" destOrd="0" presId="urn:microsoft.com/office/officeart/2008/layout/LinedList"/>
    <dgm:cxn modelId="{357AF71F-C5B3-480D-8A60-287E05CA3138}" type="presParOf" srcId="{D7153645-F20D-4259-8833-0589BAB67423}" destId="{6F841B71-77EB-433A-ACCF-19FA49D6131C}" srcOrd="7" destOrd="0" presId="urn:microsoft.com/office/officeart/2008/layout/LinedList"/>
    <dgm:cxn modelId="{DEF162B5-A064-46D2-B0EF-E9D31328F7A8}" type="presParOf" srcId="{6F841B71-77EB-433A-ACCF-19FA49D6131C}" destId="{7C99FBAC-1769-45C6-8D5E-3862805342A3}" srcOrd="0" destOrd="0" presId="urn:microsoft.com/office/officeart/2008/layout/LinedList"/>
    <dgm:cxn modelId="{9FCBEEB2-D587-4552-AF00-102A78B8D465}" type="presParOf" srcId="{6F841B71-77EB-433A-ACCF-19FA49D6131C}" destId="{C2264031-887B-4DB2-B819-454642BC1327}" srcOrd="1" destOrd="0" presId="urn:microsoft.com/office/officeart/2008/layout/LinedList"/>
    <dgm:cxn modelId="{B9C84BBD-8950-435C-BD5B-80A6CFB5DA9C}" type="presParOf" srcId="{6F841B71-77EB-433A-ACCF-19FA49D6131C}" destId="{A1CDF005-2166-458D-8EF9-3869BD39055A}" srcOrd="2" destOrd="0" presId="urn:microsoft.com/office/officeart/2008/layout/LinedList"/>
    <dgm:cxn modelId="{B329E148-6686-4EF5-9AE9-3D3F5D70DD8B}" type="presParOf" srcId="{D7153645-F20D-4259-8833-0589BAB67423}" destId="{527DF8A6-C1C9-4D61-A636-1BF486FD538F}" srcOrd="8" destOrd="0" presId="urn:microsoft.com/office/officeart/2008/layout/LinedList"/>
    <dgm:cxn modelId="{BCDC5672-C775-40AE-8EF2-1647ED08F6AD}" type="presParOf" srcId="{D7153645-F20D-4259-8833-0589BAB67423}" destId="{B4E15CC7-B18B-44AB-A69C-D5CA6E944369}" srcOrd="9" destOrd="0" presId="urn:microsoft.com/office/officeart/2008/layout/LinedList"/>
    <dgm:cxn modelId="{87E52161-3E2E-4558-957A-FB66D4AACE8A}" type="presParOf" srcId="{6FB3F91C-5D1F-4A4D-AA5F-E6F229D0B8CC}" destId="{7E366473-EE12-43B1-8087-19D3398B10CA}" srcOrd="2" destOrd="0" presId="urn:microsoft.com/office/officeart/2008/layout/LinedList"/>
    <dgm:cxn modelId="{D8B82E18-5F08-4DC5-9CFA-1556F7B0C5F5}" type="presParOf" srcId="{6FB3F91C-5D1F-4A4D-AA5F-E6F229D0B8CC}" destId="{D11484AD-963E-4BD3-AD31-3458F8C34699}" srcOrd="3" destOrd="0" presId="urn:microsoft.com/office/officeart/2008/layout/LinedList"/>
    <dgm:cxn modelId="{8AD83D2D-ED78-4246-89AB-588851987931}" type="presParOf" srcId="{D11484AD-963E-4BD3-AD31-3458F8C34699}" destId="{21A91C06-2798-4B9A-8346-27B9A7E76730}" srcOrd="0" destOrd="0" presId="urn:microsoft.com/office/officeart/2008/layout/LinedList"/>
    <dgm:cxn modelId="{FE0484AA-2951-4615-8BFA-800E115C7083}" type="presParOf" srcId="{D11484AD-963E-4BD3-AD31-3458F8C34699}" destId="{7F45503E-3741-44CB-B5C2-29E8F19E563B}" srcOrd="1" destOrd="0" presId="urn:microsoft.com/office/officeart/2008/layout/LinedList"/>
    <dgm:cxn modelId="{5133BC05-5628-4AE3-889C-08F2056D4E91}" type="presParOf" srcId="{7F45503E-3741-44CB-B5C2-29E8F19E563B}" destId="{5EE76470-1171-4D51-92A9-40A3CC8555FA}" srcOrd="0" destOrd="0" presId="urn:microsoft.com/office/officeart/2008/layout/LinedList"/>
    <dgm:cxn modelId="{5C813A4B-34B9-4DFB-9754-27781E6074B3}" type="presParOf" srcId="{7F45503E-3741-44CB-B5C2-29E8F19E563B}" destId="{F6D25EAE-F8D2-4475-8A58-C67AD2558854}" srcOrd="1" destOrd="0" presId="urn:microsoft.com/office/officeart/2008/layout/LinedList"/>
    <dgm:cxn modelId="{8976B766-A7D0-4FC2-B901-1840C7B77FCA}" type="presParOf" srcId="{F6D25EAE-F8D2-4475-8A58-C67AD2558854}" destId="{0B8D920C-FDF5-456C-BEA1-32007F8731CF}" srcOrd="0" destOrd="0" presId="urn:microsoft.com/office/officeart/2008/layout/LinedList"/>
    <dgm:cxn modelId="{35014877-6FA1-4AF6-AB6E-BD0757058D3B}" type="presParOf" srcId="{F6D25EAE-F8D2-4475-8A58-C67AD2558854}" destId="{7FB2638E-4B3E-42B2-80D3-21B4E93B8F38}" srcOrd="1" destOrd="0" presId="urn:microsoft.com/office/officeart/2008/layout/LinedList"/>
    <dgm:cxn modelId="{13402D15-97C7-4FD2-BD7D-378E86BED5A4}" type="presParOf" srcId="{F6D25EAE-F8D2-4475-8A58-C67AD2558854}" destId="{783ED998-C8CB-419D-A511-337F3A1CF289}" srcOrd="2" destOrd="0" presId="urn:microsoft.com/office/officeart/2008/layout/LinedList"/>
    <dgm:cxn modelId="{CE42E581-2D29-4EA0-8829-BAD659839C63}" type="presParOf" srcId="{7F45503E-3741-44CB-B5C2-29E8F19E563B}" destId="{1503135B-3784-48F5-B46B-DB4CBC4A5558}" srcOrd="2" destOrd="0" presId="urn:microsoft.com/office/officeart/2008/layout/LinedList"/>
    <dgm:cxn modelId="{3EC721A9-B18B-4C30-B9AF-1FC44BB90ACF}" type="presParOf" srcId="{7F45503E-3741-44CB-B5C2-29E8F19E563B}" destId="{10532380-CF0F-46CA-A453-00B0CBB4B903}" srcOrd="3" destOrd="0" presId="urn:microsoft.com/office/officeart/2008/layout/LinedList"/>
    <dgm:cxn modelId="{8B6CF1C1-B9EA-4814-86B7-21BFB482E72E}" type="presParOf" srcId="{7F45503E-3741-44CB-B5C2-29E8F19E563B}" destId="{84B0D146-F4B2-4878-957D-D99B6F1BBFD4}" srcOrd="4" destOrd="0" presId="urn:microsoft.com/office/officeart/2008/layout/LinedList"/>
    <dgm:cxn modelId="{63497C93-125F-43F4-B6D0-00C04310C409}" type="presParOf" srcId="{84B0D146-F4B2-4878-957D-D99B6F1BBFD4}" destId="{AFC26692-BAF6-41F6-8AF6-4100325BA443}" srcOrd="0" destOrd="0" presId="urn:microsoft.com/office/officeart/2008/layout/LinedList"/>
    <dgm:cxn modelId="{3230EC77-2472-456D-AB80-5ABCC1D43477}" type="presParOf" srcId="{84B0D146-F4B2-4878-957D-D99B6F1BBFD4}" destId="{F0120CED-1EC8-4387-8E59-AE1346AC8A61}" srcOrd="1" destOrd="0" presId="urn:microsoft.com/office/officeart/2008/layout/LinedList"/>
    <dgm:cxn modelId="{6939E732-1904-471B-B8AF-AEC6522D5ACB}" type="presParOf" srcId="{84B0D146-F4B2-4878-957D-D99B6F1BBFD4}" destId="{7A62B999-7441-41BE-9F93-A73CB731AC79}" srcOrd="2" destOrd="0" presId="urn:microsoft.com/office/officeart/2008/layout/LinedList"/>
    <dgm:cxn modelId="{C6A2BAAB-DC02-484E-A012-A8B7E4D824A1}" type="presParOf" srcId="{7F45503E-3741-44CB-B5C2-29E8F19E563B}" destId="{28CEAD9E-0F34-4179-855D-DE39DD0863C7}" srcOrd="5" destOrd="0" presId="urn:microsoft.com/office/officeart/2008/layout/LinedList"/>
    <dgm:cxn modelId="{3C6A498F-2D49-49A4-8E81-3F408BF89D56}" type="presParOf" srcId="{7F45503E-3741-44CB-B5C2-29E8F19E563B}" destId="{6D5A7783-3D33-4460-904D-2CF00CA4054C}" srcOrd="6" destOrd="0" presId="urn:microsoft.com/office/officeart/2008/layout/LinedList"/>
    <dgm:cxn modelId="{F124997C-482C-4C19-B878-A3EC36F6DC7D}" type="presParOf" srcId="{6FB3F91C-5D1F-4A4D-AA5F-E6F229D0B8CC}" destId="{BF3A9D36-04CE-4FC0-97C2-F97EE4732944}" srcOrd="4" destOrd="0" presId="urn:microsoft.com/office/officeart/2008/layout/LinedList"/>
    <dgm:cxn modelId="{D36EDC37-890F-4ACD-8EE0-558008FE6F99}" type="presParOf" srcId="{6FB3F91C-5D1F-4A4D-AA5F-E6F229D0B8CC}" destId="{528DE7F8-52C3-4D16-8CD1-42432F6BEB41}" srcOrd="5" destOrd="0" presId="urn:microsoft.com/office/officeart/2008/layout/LinedList"/>
    <dgm:cxn modelId="{A434AB84-5EF2-4E3E-99C7-A52D6D6F9C5F}" type="presParOf" srcId="{528DE7F8-52C3-4D16-8CD1-42432F6BEB41}" destId="{8F3D97B6-69CA-4AA2-A27D-9A0233940419}" srcOrd="0" destOrd="0" presId="urn:microsoft.com/office/officeart/2008/layout/LinedList"/>
    <dgm:cxn modelId="{06C7CFA2-6437-4428-B20A-578C09E1A7A2}" type="presParOf" srcId="{528DE7F8-52C3-4D16-8CD1-42432F6BEB41}" destId="{C2C01A08-CF17-4A7B-A8AD-15CE3EE8CE77}" srcOrd="1" destOrd="0" presId="urn:microsoft.com/office/officeart/2008/layout/LinedList"/>
    <dgm:cxn modelId="{8C87F0E9-1E25-4D27-9BDB-5C1D035AD48E}" type="presParOf" srcId="{C2C01A08-CF17-4A7B-A8AD-15CE3EE8CE77}" destId="{83A6C3D6-0329-4B8F-B55C-B04C7DB87561}" srcOrd="0" destOrd="0" presId="urn:microsoft.com/office/officeart/2008/layout/LinedList"/>
    <dgm:cxn modelId="{49449382-70AE-4016-A2C6-216B1175F6FE}" type="presParOf" srcId="{C2C01A08-CF17-4A7B-A8AD-15CE3EE8CE77}" destId="{68760DB5-060E-4209-802E-59524E8AA045}" srcOrd="1" destOrd="0" presId="urn:microsoft.com/office/officeart/2008/layout/LinedList"/>
    <dgm:cxn modelId="{1A4A113A-9D4C-4C78-947C-EAF0CC3A5C2A}" type="presParOf" srcId="{68760DB5-060E-4209-802E-59524E8AA045}" destId="{5AD7C75E-1E3B-4E8B-A287-34610FBFB5EB}" srcOrd="0" destOrd="0" presId="urn:microsoft.com/office/officeart/2008/layout/LinedList"/>
    <dgm:cxn modelId="{500AEF3C-B60C-49BD-ACCF-43BC553BAF4B}" type="presParOf" srcId="{68760DB5-060E-4209-802E-59524E8AA045}" destId="{0A54C0FE-859C-494A-A1A1-ABF3DA4B7E43}" srcOrd="1" destOrd="0" presId="urn:microsoft.com/office/officeart/2008/layout/LinedList"/>
    <dgm:cxn modelId="{18BAF692-A4D5-49B4-A62B-7B9CBA6E5117}" type="presParOf" srcId="{68760DB5-060E-4209-802E-59524E8AA045}" destId="{74BD7AD7-28E9-4941-95C6-E169A604793E}" srcOrd="2" destOrd="0" presId="urn:microsoft.com/office/officeart/2008/layout/LinedList"/>
    <dgm:cxn modelId="{D3748B4A-C052-4F52-B941-CCA8FD1E7900}" type="presParOf" srcId="{C2C01A08-CF17-4A7B-A8AD-15CE3EE8CE77}" destId="{C5460573-C59E-41A6-99C7-C78DAE1C08EB}" srcOrd="2" destOrd="0" presId="urn:microsoft.com/office/officeart/2008/layout/LinedList"/>
    <dgm:cxn modelId="{50A30A66-DBBD-40DC-AF1B-977D867E6BA4}" type="presParOf" srcId="{C2C01A08-CF17-4A7B-A8AD-15CE3EE8CE77}" destId="{57E83907-BD8F-458A-A919-1C972672A778}" srcOrd="3" destOrd="0" presId="urn:microsoft.com/office/officeart/2008/layout/LinedList"/>
    <dgm:cxn modelId="{606730E8-F9B1-49C8-836A-95725EA4CD80}" type="presParOf" srcId="{C2C01A08-CF17-4A7B-A8AD-15CE3EE8CE77}" destId="{9D3F804D-5C7E-45F0-ABD9-F094BA4425D0}" srcOrd="4" destOrd="0" presId="urn:microsoft.com/office/officeart/2008/layout/LinedList"/>
    <dgm:cxn modelId="{37582B70-A052-4A91-B796-B3EB5E6B7F68}" type="presParOf" srcId="{9D3F804D-5C7E-45F0-ABD9-F094BA4425D0}" destId="{44E75B27-0F2E-454F-9237-748C14B2CC49}" srcOrd="0" destOrd="0" presId="urn:microsoft.com/office/officeart/2008/layout/LinedList"/>
    <dgm:cxn modelId="{2821A040-34B8-4CC3-B233-30DA9BCA7429}" type="presParOf" srcId="{9D3F804D-5C7E-45F0-ABD9-F094BA4425D0}" destId="{B9E61A31-D3B8-4DAB-AA13-F6D800FEF959}" srcOrd="1" destOrd="0" presId="urn:microsoft.com/office/officeart/2008/layout/LinedList"/>
    <dgm:cxn modelId="{E5B9D3E3-13D8-4CFF-8645-88CCE04FA3B8}" type="presParOf" srcId="{9D3F804D-5C7E-45F0-ABD9-F094BA4425D0}" destId="{376FBE54-5CA1-44D2-BE39-10C45AECC7D4}" srcOrd="2" destOrd="0" presId="urn:microsoft.com/office/officeart/2008/layout/LinedList"/>
    <dgm:cxn modelId="{7A64BE61-2FC9-4904-ACF7-575127183A1D}" type="presParOf" srcId="{C2C01A08-CF17-4A7B-A8AD-15CE3EE8CE77}" destId="{803F1C03-CDE1-4B37-B305-F31A34820051}" srcOrd="5" destOrd="0" presId="urn:microsoft.com/office/officeart/2008/layout/LinedList"/>
    <dgm:cxn modelId="{38B80CDB-9703-4E45-9CBB-7702197BE20E}" type="presParOf" srcId="{C2C01A08-CF17-4A7B-A8AD-15CE3EE8CE77}" destId="{47EC7B4A-EC18-43FB-ADC3-5E6B8A3A1AD0}" srcOrd="6" destOrd="0" presId="urn:microsoft.com/office/officeart/2008/layout/LinedList"/>
    <dgm:cxn modelId="{0AF8AE53-DAD6-4F6E-90F7-3573E1B3DB99}" type="presParOf" srcId="{6FB3F91C-5D1F-4A4D-AA5F-E6F229D0B8CC}" destId="{E19EC70B-D4E1-42D8-B313-107F77EAB232}" srcOrd="6" destOrd="0" presId="urn:microsoft.com/office/officeart/2008/layout/LinedList"/>
    <dgm:cxn modelId="{ECAA9DC5-98AC-40F7-8058-736922E93190}" type="presParOf" srcId="{6FB3F91C-5D1F-4A4D-AA5F-E6F229D0B8CC}" destId="{3E4ECEE4-0581-4AC2-86B6-58FFC58C155C}" srcOrd="7" destOrd="0" presId="urn:microsoft.com/office/officeart/2008/layout/LinedList"/>
    <dgm:cxn modelId="{530DEF7C-1BAB-4E26-8A3D-17D9E52926DD}" type="presParOf" srcId="{3E4ECEE4-0581-4AC2-86B6-58FFC58C155C}" destId="{6DCC86D5-397D-4DEA-8678-B1B219CF1AD0}" srcOrd="0" destOrd="0" presId="urn:microsoft.com/office/officeart/2008/layout/LinedList"/>
    <dgm:cxn modelId="{9F427B03-0C89-486E-827C-2DB7D04A3103}" type="presParOf" srcId="{3E4ECEE4-0581-4AC2-86B6-58FFC58C155C}" destId="{647573E4-7D1D-4F8C-8C1B-44A207054167}" srcOrd="1" destOrd="0" presId="urn:microsoft.com/office/officeart/2008/layout/LinedList"/>
    <dgm:cxn modelId="{E9128743-90C7-472A-943B-24BD8F64CCFE}" type="presParOf" srcId="{647573E4-7D1D-4F8C-8C1B-44A207054167}" destId="{43F052AA-C62F-4FD4-95D5-614A4A5B0AF7}" srcOrd="0" destOrd="0" presId="urn:microsoft.com/office/officeart/2008/layout/LinedList"/>
    <dgm:cxn modelId="{85FFBE4E-2F46-4293-BCA3-50F03E4BCA9F}" type="presParOf" srcId="{647573E4-7D1D-4F8C-8C1B-44A207054167}" destId="{22A4D9B9-FA73-4150-A5EE-094EE17B30FF}" srcOrd="1" destOrd="0" presId="urn:microsoft.com/office/officeart/2008/layout/LinedList"/>
    <dgm:cxn modelId="{34874CB0-6909-495C-8215-F852EA350625}" type="presParOf" srcId="{22A4D9B9-FA73-4150-A5EE-094EE17B30FF}" destId="{0C12ED0C-D546-4E17-9F85-C284624F4A86}" srcOrd="0" destOrd="0" presId="urn:microsoft.com/office/officeart/2008/layout/LinedList"/>
    <dgm:cxn modelId="{3AB39FDC-7BB2-4557-8011-77F381D8BBBF}" type="presParOf" srcId="{22A4D9B9-FA73-4150-A5EE-094EE17B30FF}" destId="{CF924A19-760C-495C-842D-84BB0E577BD7}" srcOrd="1" destOrd="0" presId="urn:microsoft.com/office/officeart/2008/layout/LinedList"/>
    <dgm:cxn modelId="{4FA20393-8447-4666-AA45-17DCFD51746B}" type="presParOf" srcId="{22A4D9B9-FA73-4150-A5EE-094EE17B30FF}" destId="{1D397079-BB00-437C-8DD6-8B4264F0B8FB}" srcOrd="2" destOrd="0" presId="urn:microsoft.com/office/officeart/2008/layout/LinedList"/>
    <dgm:cxn modelId="{A08A21FA-40A7-4AE0-B8F9-07AAF3D64367}" type="presParOf" srcId="{647573E4-7D1D-4F8C-8C1B-44A207054167}" destId="{364A1E4A-EE5D-4018-AD56-B77A69F5B6C5}" srcOrd="2" destOrd="0" presId="urn:microsoft.com/office/officeart/2008/layout/LinedList"/>
    <dgm:cxn modelId="{9CCAF9A6-9B0A-476A-B449-C869A6F41920}" type="presParOf" srcId="{647573E4-7D1D-4F8C-8C1B-44A207054167}" destId="{46EB0F2F-553E-4699-B9D3-D0C1FAFBE623}" srcOrd="3" destOrd="0" presId="urn:microsoft.com/office/officeart/2008/layout/LinedList"/>
    <dgm:cxn modelId="{9FEE4FDB-4A59-465B-95DB-CA77FA3522C6}" type="presParOf" srcId="{647573E4-7D1D-4F8C-8C1B-44A207054167}" destId="{4BC1AE0C-C9B7-47A5-A017-B506B5F8C175}" srcOrd="4" destOrd="0" presId="urn:microsoft.com/office/officeart/2008/layout/LinedList"/>
    <dgm:cxn modelId="{10D2F73C-4CBF-4431-9B73-F4E77509460F}" type="presParOf" srcId="{4BC1AE0C-C9B7-47A5-A017-B506B5F8C175}" destId="{2F03EE27-4E97-43D5-9037-2F5D798883C6}" srcOrd="0" destOrd="0" presId="urn:microsoft.com/office/officeart/2008/layout/LinedList"/>
    <dgm:cxn modelId="{7AE29441-0CCF-4737-92A9-200A17C8934F}" type="presParOf" srcId="{4BC1AE0C-C9B7-47A5-A017-B506B5F8C175}" destId="{AC5C1DF5-3515-4D8F-AF29-C08F77D7BA0E}" srcOrd="1" destOrd="0" presId="urn:microsoft.com/office/officeart/2008/layout/LinedList"/>
    <dgm:cxn modelId="{6512A54A-BFFD-4D53-8260-A96CD21E38FC}" type="presParOf" srcId="{4BC1AE0C-C9B7-47A5-A017-B506B5F8C175}" destId="{F07238F9-B731-4185-A41F-2C8A2375CA72}" srcOrd="2" destOrd="0" presId="urn:microsoft.com/office/officeart/2008/layout/LinedList"/>
    <dgm:cxn modelId="{1F30A58F-34E3-471C-ABD3-506A9BF62569}" type="presParOf" srcId="{647573E4-7D1D-4F8C-8C1B-44A207054167}" destId="{F8DF7D8B-5D9D-48B8-B775-ABE7251D1882}" srcOrd="5" destOrd="0" presId="urn:microsoft.com/office/officeart/2008/layout/LinedList"/>
    <dgm:cxn modelId="{F19037C5-8F72-4E28-BD91-D28E48ED9860}" type="presParOf" srcId="{647573E4-7D1D-4F8C-8C1B-44A207054167}" destId="{FD6E64FF-3EBE-4FCA-B24B-ED6CEB84569D}" srcOrd="6"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119181-AA68-4A2B-ABEF-763294C4645E}"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F0127FBA-3370-40A9-B9DC-99A88DA958B7}">
      <dgm:prSet/>
      <dgm:spPr/>
      <dgm:t>
        <a:bodyPr/>
        <a:lstStyle/>
        <a:p>
          <a:r>
            <a:rPr lang="en-US"/>
            <a:t>Tkinter</a:t>
          </a:r>
        </a:p>
      </dgm:t>
    </dgm:pt>
    <dgm:pt modelId="{14D388C4-B649-469D-8A65-47D664E80F28}" type="parTrans" cxnId="{89B368C5-C0B1-4E43-8371-CE61CDCB89F5}">
      <dgm:prSet/>
      <dgm:spPr/>
      <dgm:t>
        <a:bodyPr/>
        <a:lstStyle/>
        <a:p>
          <a:endParaRPr lang="en-US"/>
        </a:p>
      </dgm:t>
    </dgm:pt>
    <dgm:pt modelId="{02BB58F9-B3DF-4126-A200-4B99EF69F5EA}" type="sibTrans" cxnId="{89B368C5-C0B1-4E43-8371-CE61CDCB89F5}">
      <dgm:prSet/>
      <dgm:spPr/>
      <dgm:t>
        <a:bodyPr/>
        <a:lstStyle/>
        <a:p>
          <a:endParaRPr lang="en-US"/>
        </a:p>
      </dgm:t>
    </dgm:pt>
    <dgm:pt modelId="{9ABC69D4-367C-4DFD-B071-0AA33BF3B404}">
      <dgm:prSet/>
      <dgm:spPr/>
      <dgm:t>
        <a:bodyPr/>
        <a:lstStyle/>
        <a:p>
          <a:r>
            <a:rPr lang="en-US"/>
            <a:t>Pytorch</a:t>
          </a:r>
        </a:p>
      </dgm:t>
    </dgm:pt>
    <dgm:pt modelId="{04062875-912E-42FA-B6A9-AF4EFB0A2F90}" type="parTrans" cxnId="{79E82B45-90C9-41B6-BC60-50442B87FF58}">
      <dgm:prSet/>
      <dgm:spPr/>
      <dgm:t>
        <a:bodyPr/>
        <a:lstStyle/>
        <a:p>
          <a:endParaRPr lang="en-US"/>
        </a:p>
      </dgm:t>
    </dgm:pt>
    <dgm:pt modelId="{69E0EEED-6704-4BED-AE22-562419FA8917}" type="sibTrans" cxnId="{79E82B45-90C9-41B6-BC60-50442B87FF58}">
      <dgm:prSet/>
      <dgm:spPr/>
      <dgm:t>
        <a:bodyPr/>
        <a:lstStyle/>
        <a:p>
          <a:endParaRPr lang="en-US"/>
        </a:p>
      </dgm:t>
    </dgm:pt>
    <dgm:pt modelId="{D19DDD60-2B2C-40E3-88E0-7D0605E1BE7D}">
      <dgm:prSet/>
      <dgm:spPr/>
      <dgm:t>
        <a:bodyPr/>
        <a:lstStyle/>
        <a:p>
          <a:r>
            <a:rPr lang="en-US"/>
            <a:t>OpenCV</a:t>
          </a:r>
        </a:p>
      </dgm:t>
    </dgm:pt>
    <dgm:pt modelId="{AEFF3F53-BDF7-4AF9-935E-4338D5399841}" type="parTrans" cxnId="{B6427CFE-3DA5-4F49-8095-F74D56DA8DEB}">
      <dgm:prSet/>
      <dgm:spPr/>
      <dgm:t>
        <a:bodyPr/>
        <a:lstStyle/>
        <a:p>
          <a:endParaRPr lang="en-US"/>
        </a:p>
      </dgm:t>
    </dgm:pt>
    <dgm:pt modelId="{606BAAB3-5D38-42F8-9202-08882A559B13}" type="sibTrans" cxnId="{B6427CFE-3DA5-4F49-8095-F74D56DA8DEB}">
      <dgm:prSet/>
      <dgm:spPr/>
      <dgm:t>
        <a:bodyPr/>
        <a:lstStyle/>
        <a:p>
          <a:endParaRPr lang="en-US"/>
        </a:p>
      </dgm:t>
    </dgm:pt>
    <dgm:pt modelId="{DE80DFE6-D2D4-4CF2-AC84-0DDEC3F47E41}">
      <dgm:prSet/>
      <dgm:spPr/>
      <dgm:t>
        <a:bodyPr/>
        <a:lstStyle/>
        <a:p>
          <a:r>
            <a:rPr lang="en-US"/>
            <a:t>Numpy</a:t>
          </a:r>
        </a:p>
      </dgm:t>
    </dgm:pt>
    <dgm:pt modelId="{52E6D345-DCD2-4287-B3B6-E4E4E277F6E1}" type="parTrans" cxnId="{514E22BC-C419-4013-8724-7441E297F49D}">
      <dgm:prSet/>
      <dgm:spPr/>
      <dgm:t>
        <a:bodyPr/>
        <a:lstStyle/>
        <a:p>
          <a:endParaRPr lang="en-US"/>
        </a:p>
      </dgm:t>
    </dgm:pt>
    <dgm:pt modelId="{7D7D4905-7EF4-4900-9D72-49A2CAC20AC8}" type="sibTrans" cxnId="{514E22BC-C419-4013-8724-7441E297F49D}">
      <dgm:prSet/>
      <dgm:spPr/>
      <dgm:t>
        <a:bodyPr/>
        <a:lstStyle/>
        <a:p>
          <a:endParaRPr lang="en-US"/>
        </a:p>
      </dgm:t>
    </dgm:pt>
    <dgm:pt modelId="{0879EBF6-3E7B-4830-B0A9-F199A2BA0E1B}">
      <dgm:prSet/>
      <dgm:spPr/>
      <dgm:t>
        <a:bodyPr/>
        <a:lstStyle/>
        <a:p>
          <a:r>
            <a:rPr lang="en-US"/>
            <a:t>Pathlib</a:t>
          </a:r>
        </a:p>
      </dgm:t>
    </dgm:pt>
    <dgm:pt modelId="{4F1E2410-7F2C-4442-8FC5-A5F36DF8D86B}" type="parTrans" cxnId="{3A7E43FB-F2DC-44B5-BAD2-DEAC45745A3F}">
      <dgm:prSet/>
      <dgm:spPr/>
      <dgm:t>
        <a:bodyPr/>
        <a:lstStyle/>
        <a:p>
          <a:endParaRPr lang="en-US"/>
        </a:p>
      </dgm:t>
    </dgm:pt>
    <dgm:pt modelId="{B1EFC7D8-2C1A-4342-A8C5-02909BB29289}" type="sibTrans" cxnId="{3A7E43FB-F2DC-44B5-BAD2-DEAC45745A3F}">
      <dgm:prSet/>
      <dgm:spPr/>
      <dgm:t>
        <a:bodyPr/>
        <a:lstStyle/>
        <a:p>
          <a:endParaRPr lang="en-US"/>
        </a:p>
      </dgm:t>
    </dgm:pt>
    <dgm:pt modelId="{87CB2055-ADDA-47D4-A65C-C0A09C59FC89}">
      <dgm:prSet/>
      <dgm:spPr/>
      <dgm:t>
        <a:bodyPr/>
        <a:lstStyle/>
        <a:p>
          <a:r>
            <a:rPr lang="en-US"/>
            <a:t>Pickle</a:t>
          </a:r>
        </a:p>
      </dgm:t>
    </dgm:pt>
    <dgm:pt modelId="{31C9B400-EBE0-4FEA-BD7D-9CCD7134130A}" type="parTrans" cxnId="{5C224F9F-2596-4A1F-A232-327A1EBB3EE1}">
      <dgm:prSet/>
      <dgm:spPr/>
      <dgm:t>
        <a:bodyPr/>
        <a:lstStyle/>
        <a:p>
          <a:endParaRPr lang="en-US"/>
        </a:p>
      </dgm:t>
    </dgm:pt>
    <dgm:pt modelId="{268C02A1-EDFD-4D69-ACAD-4BC4E58014AF}" type="sibTrans" cxnId="{5C224F9F-2596-4A1F-A232-327A1EBB3EE1}">
      <dgm:prSet/>
      <dgm:spPr/>
      <dgm:t>
        <a:bodyPr/>
        <a:lstStyle/>
        <a:p>
          <a:endParaRPr lang="en-US"/>
        </a:p>
      </dgm:t>
    </dgm:pt>
    <dgm:pt modelId="{4A6DF697-2C8E-4584-8B42-14508AF7EAAE}" type="pres">
      <dgm:prSet presAssocID="{09119181-AA68-4A2B-ABEF-763294C4645E}" presName="diagram" presStyleCnt="0">
        <dgm:presLayoutVars>
          <dgm:dir/>
          <dgm:resizeHandles val="exact"/>
        </dgm:presLayoutVars>
      </dgm:prSet>
      <dgm:spPr/>
    </dgm:pt>
    <dgm:pt modelId="{9DB5D65A-9983-46B9-B9D1-DD5E7DC76886}" type="pres">
      <dgm:prSet presAssocID="{F0127FBA-3370-40A9-B9DC-99A88DA958B7}" presName="node" presStyleLbl="node1" presStyleIdx="0" presStyleCnt="6">
        <dgm:presLayoutVars>
          <dgm:bulletEnabled val="1"/>
        </dgm:presLayoutVars>
      </dgm:prSet>
      <dgm:spPr/>
    </dgm:pt>
    <dgm:pt modelId="{FAF88C62-234D-4674-882E-C42AA0864968}" type="pres">
      <dgm:prSet presAssocID="{02BB58F9-B3DF-4126-A200-4B99EF69F5EA}" presName="sibTrans" presStyleCnt="0"/>
      <dgm:spPr/>
    </dgm:pt>
    <dgm:pt modelId="{DA270A7B-30DB-49E0-B5B5-9331552C3B33}" type="pres">
      <dgm:prSet presAssocID="{9ABC69D4-367C-4DFD-B071-0AA33BF3B404}" presName="node" presStyleLbl="node1" presStyleIdx="1" presStyleCnt="6">
        <dgm:presLayoutVars>
          <dgm:bulletEnabled val="1"/>
        </dgm:presLayoutVars>
      </dgm:prSet>
      <dgm:spPr/>
    </dgm:pt>
    <dgm:pt modelId="{6F431FB5-506F-46F9-9B7A-AC249C51A7CE}" type="pres">
      <dgm:prSet presAssocID="{69E0EEED-6704-4BED-AE22-562419FA8917}" presName="sibTrans" presStyleCnt="0"/>
      <dgm:spPr/>
    </dgm:pt>
    <dgm:pt modelId="{E081BB9C-7049-403A-AB9A-47EC1B5BE9CF}" type="pres">
      <dgm:prSet presAssocID="{D19DDD60-2B2C-40E3-88E0-7D0605E1BE7D}" presName="node" presStyleLbl="node1" presStyleIdx="2" presStyleCnt="6">
        <dgm:presLayoutVars>
          <dgm:bulletEnabled val="1"/>
        </dgm:presLayoutVars>
      </dgm:prSet>
      <dgm:spPr/>
    </dgm:pt>
    <dgm:pt modelId="{26C18824-D703-45A4-88C4-E1B9BB34F75C}" type="pres">
      <dgm:prSet presAssocID="{606BAAB3-5D38-42F8-9202-08882A559B13}" presName="sibTrans" presStyleCnt="0"/>
      <dgm:spPr/>
    </dgm:pt>
    <dgm:pt modelId="{A99051C6-EF5A-4F9C-BD6C-EA12392C58A0}" type="pres">
      <dgm:prSet presAssocID="{DE80DFE6-D2D4-4CF2-AC84-0DDEC3F47E41}" presName="node" presStyleLbl="node1" presStyleIdx="3" presStyleCnt="6">
        <dgm:presLayoutVars>
          <dgm:bulletEnabled val="1"/>
        </dgm:presLayoutVars>
      </dgm:prSet>
      <dgm:spPr/>
    </dgm:pt>
    <dgm:pt modelId="{149F2B68-E0BB-4CEE-9930-8664A63CC4D2}" type="pres">
      <dgm:prSet presAssocID="{7D7D4905-7EF4-4900-9D72-49A2CAC20AC8}" presName="sibTrans" presStyleCnt="0"/>
      <dgm:spPr/>
    </dgm:pt>
    <dgm:pt modelId="{7A900B87-E087-4827-908D-EC72144F0AC7}" type="pres">
      <dgm:prSet presAssocID="{0879EBF6-3E7B-4830-B0A9-F199A2BA0E1B}" presName="node" presStyleLbl="node1" presStyleIdx="4" presStyleCnt="6">
        <dgm:presLayoutVars>
          <dgm:bulletEnabled val="1"/>
        </dgm:presLayoutVars>
      </dgm:prSet>
      <dgm:spPr/>
    </dgm:pt>
    <dgm:pt modelId="{9F5A99B9-0591-4D0E-B512-53F0CA3C4895}" type="pres">
      <dgm:prSet presAssocID="{B1EFC7D8-2C1A-4342-A8C5-02909BB29289}" presName="sibTrans" presStyleCnt="0"/>
      <dgm:spPr/>
    </dgm:pt>
    <dgm:pt modelId="{824E7A42-E5F4-41B8-96F6-D05E1AFE712E}" type="pres">
      <dgm:prSet presAssocID="{87CB2055-ADDA-47D4-A65C-C0A09C59FC89}" presName="node" presStyleLbl="node1" presStyleIdx="5" presStyleCnt="6">
        <dgm:presLayoutVars>
          <dgm:bulletEnabled val="1"/>
        </dgm:presLayoutVars>
      </dgm:prSet>
      <dgm:spPr/>
    </dgm:pt>
  </dgm:ptLst>
  <dgm:cxnLst>
    <dgm:cxn modelId="{F5DE4921-4E86-43FF-87E2-37B78E5A108D}" type="presOf" srcId="{D19DDD60-2B2C-40E3-88E0-7D0605E1BE7D}" destId="{E081BB9C-7049-403A-AB9A-47EC1B5BE9CF}" srcOrd="0" destOrd="0" presId="urn:microsoft.com/office/officeart/2005/8/layout/default"/>
    <dgm:cxn modelId="{79E82B45-90C9-41B6-BC60-50442B87FF58}" srcId="{09119181-AA68-4A2B-ABEF-763294C4645E}" destId="{9ABC69D4-367C-4DFD-B071-0AA33BF3B404}" srcOrd="1" destOrd="0" parTransId="{04062875-912E-42FA-B6A9-AF4EFB0A2F90}" sibTransId="{69E0EEED-6704-4BED-AE22-562419FA8917}"/>
    <dgm:cxn modelId="{DE9CAC6D-8297-4BD7-9D17-E3798A181E3B}" type="presOf" srcId="{87CB2055-ADDA-47D4-A65C-C0A09C59FC89}" destId="{824E7A42-E5F4-41B8-96F6-D05E1AFE712E}" srcOrd="0" destOrd="0" presId="urn:microsoft.com/office/officeart/2005/8/layout/default"/>
    <dgm:cxn modelId="{10C4D083-D64D-45DF-9E1A-1ED8C95395B2}" type="presOf" srcId="{F0127FBA-3370-40A9-B9DC-99A88DA958B7}" destId="{9DB5D65A-9983-46B9-B9D1-DD5E7DC76886}" srcOrd="0" destOrd="0" presId="urn:microsoft.com/office/officeart/2005/8/layout/default"/>
    <dgm:cxn modelId="{5E25C58E-1177-4B9D-8A4F-3DCD5BD2F402}" type="presOf" srcId="{DE80DFE6-D2D4-4CF2-AC84-0DDEC3F47E41}" destId="{A99051C6-EF5A-4F9C-BD6C-EA12392C58A0}" srcOrd="0" destOrd="0" presId="urn:microsoft.com/office/officeart/2005/8/layout/default"/>
    <dgm:cxn modelId="{0431759E-390F-4CA8-873F-E83D2B9559E1}" type="presOf" srcId="{0879EBF6-3E7B-4830-B0A9-F199A2BA0E1B}" destId="{7A900B87-E087-4827-908D-EC72144F0AC7}" srcOrd="0" destOrd="0" presId="urn:microsoft.com/office/officeart/2005/8/layout/default"/>
    <dgm:cxn modelId="{5C224F9F-2596-4A1F-A232-327A1EBB3EE1}" srcId="{09119181-AA68-4A2B-ABEF-763294C4645E}" destId="{87CB2055-ADDA-47D4-A65C-C0A09C59FC89}" srcOrd="5" destOrd="0" parTransId="{31C9B400-EBE0-4FEA-BD7D-9CCD7134130A}" sibTransId="{268C02A1-EDFD-4D69-ACAD-4BC4E58014AF}"/>
    <dgm:cxn modelId="{514E22BC-C419-4013-8724-7441E297F49D}" srcId="{09119181-AA68-4A2B-ABEF-763294C4645E}" destId="{DE80DFE6-D2D4-4CF2-AC84-0DDEC3F47E41}" srcOrd="3" destOrd="0" parTransId="{52E6D345-DCD2-4287-B3B6-E4E4E277F6E1}" sibTransId="{7D7D4905-7EF4-4900-9D72-49A2CAC20AC8}"/>
    <dgm:cxn modelId="{89B368C5-C0B1-4E43-8371-CE61CDCB89F5}" srcId="{09119181-AA68-4A2B-ABEF-763294C4645E}" destId="{F0127FBA-3370-40A9-B9DC-99A88DA958B7}" srcOrd="0" destOrd="0" parTransId="{14D388C4-B649-469D-8A65-47D664E80F28}" sibTransId="{02BB58F9-B3DF-4126-A200-4B99EF69F5EA}"/>
    <dgm:cxn modelId="{368557F9-261A-4A66-8F41-A6FD4DDC55F7}" type="presOf" srcId="{09119181-AA68-4A2B-ABEF-763294C4645E}" destId="{4A6DF697-2C8E-4584-8B42-14508AF7EAAE}" srcOrd="0" destOrd="0" presId="urn:microsoft.com/office/officeart/2005/8/layout/default"/>
    <dgm:cxn modelId="{ABB715FB-E008-475A-8965-AC9C4503427F}" type="presOf" srcId="{9ABC69D4-367C-4DFD-B071-0AA33BF3B404}" destId="{DA270A7B-30DB-49E0-B5B5-9331552C3B33}" srcOrd="0" destOrd="0" presId="urn:microsoft.com/office/officeart/2005/8/layout/default"/>
    <dgm:cxn modelId="{3A7E43FB-F2DC-44B5-BAD2-DEAC45745A3F}" srcId="{09119181-AA68-4A2B-ABEF-763294C4645E}" destId="{0879EBF6-3E7B-4830-B0A9-F199A2BA0E1B}" srcOrd="4" destOrd="0" parTransId="{4F1E2410-7F2C-4442-8FC5-A5F36DF8D86B}" sibTransId="{B1EFC7D8-2C1A-4342-A8C5-02909BB29289}"/>
    <dgm:cxn modelId="{B6427CFE-3DA5-4F49-8095-F74D56DA8DEB}" srcId="{09119181-AA68-4A2B-ABEF-763294C4645E}" destId="{D19DDD60-2B2C-40E3-88E0-7D0605E1BE7D}" srcOrd="2" destOrd="0" parTransId="{AEFF3F53-BDF7-4AF9-935E-4338D5399841}" sibTransId="{606BAAB3-5D38-42F8-9202-08882A559B13}"/>
    <dgm:cxn modelId="{FEF61086-B8AB-43EC-8FC5-DA87BFADE52E}" type="presParOf" srcId="{4A6DF697-2C8E-4584-8B42-14508AF7EAAE}" destId="{9DB5D65A-9983-46B9-B9D1-DD5E7DC76886}" srcOrd="0" destOrd="0" presId="urn:microsoft.com/office/officeart/2005/8/layout/default"/>
    <dgm:cxn modelId="{2B809FEE-9B55-4D13-BE8A-495C50C41157}" type="presParOf" srcId="{4A6DF697-2C8E-4584-8B42-14508AF7EAAE}" destId="{FAF88C62-234D-4674-882E-C42AA0864968}" srcOrd="1" destOrd="0" presId="urn:microsoft.com/office/officeart/2005/8/layout/default"/>
    <dgm:cxn modelId="{62694E80-E4B9-4081-9D29-5CF9E96B6A2A}" type="presParOf" srcId="{4A6DF697-2C8E-4584-8B42-14508AF7EAAE}" destId="{DA270A7B-30DB-49E0-B5B5-9331552C3B33}" srcOrd="2" destOrd="0" presId="urn:microsoft.com/office/officeart/2005/8/layout/default"/>
    <dgm:cxn modelId="{1616401B-AFBE-4E13-96DB-03A962D5C9CC}" type="presParOf" srcId="{4A6DF697-2C8E-4584-8B42-14508AF7EAAE}" destId="{6F431FB5-506F-46F9-9B7A-AC249C51A7CE}" srcOrd="3" destOrd="0" presId="urn:microsoft.com/office/officeart/2005/8/layout/default"/>
    <dgm:cxn modelId="{9B87D10B-198A-445B-AA64-2A97897AC128}" type="presParOf" srcId="{4A6DF697-2C8E-4584-8B42-14508AF7EAAE}" destId="{E081BB9C-7049-403A-AB9A-47EC1B5BE9CF}" srcOrd="4" destOrd="0" presId="urn:microsoft.com/office/officeart/2005/8/layout/default"/>
    <dgm:cxn modelId="{CC780716-F8B6-4F85-B243-FC956FC135B2}" type="presParOf" srcId="{4A6DF697-2C8E-4584-8B42-14508AF7EAAE}" destId="{26C18824-D703-45A4-88C4-E1B9BB34F75C}" srcOrd="5" destOrd="0" presId="urn:microsoft.com/office/officeart/2005/8/layout/default"/>
    <dgm:cxn modelId="{A873D290-B544-4F17-BA07-BA5D75ACE256}" type="presParOf" srcId="{4A6DF697-2C8E-4584-8B42-14508AF7EAAE}" destId="{A99051C6-EF5A-4F9C-BD6C-EA12392C58A0}" srcOrd="6" destOrd="0" presId="urn:microsoft.com/office/officeart/2005/8/layout/default"/>
    <dgm:cxn modelId="{4D92AFE8-A1EC-4DEA-B6EF-D23104E2FC02}" type="presParOf" srcId="{4A6DF697-2C8E-4584-8B42-14508AF7EAAE}" destId="{149F2B68-E0BB-4CEE-9930-8664A63CC4D2}" srcOrd="7" destOrd="0" presId="urn:microsoft.com/office/officeart/2005/8/layout/default"/>
    <dgm:cxn modelId="{DA7CF0C4-F6CF-4DC3-908F-558D80483112}" type="presParOf" srcId="{4A6DF697-2C8E-4584-8B42-14508AF7EAAE}" destId="{7A900B87-E087-4827-908D-EC72144F0AC7}" srcOrd="8" destOrd="0" presId="urn:microsoft.com/office/officeart/2005/8/layout/default"/>
    <dgm:cxn modelId="{3938B7FE-5858-4817-9361-23BF931AC202}" type="presParOf" srcId="{4A6DF697-2C8E-4584-8B42-14508AF7EAAE}" destId="{9F5A99B9-0591-4D0E-B512-53F0CA3C4895}" srcOrd="9" destOrd="0" presId="urn:microsoft.com/office/officeart/2005/8/layout/default"/>
    <dgm:cxn modelId="{25A08412-A2EB-4A5B-8D1F-65C7C3CD26A2}" type="presParOf" srcId="{4A6DF697-2C8E-4584-8B42-14508AF7EAAE}" destId="{824E7A42-E5F4-41B8-96F6-D05E1AFE712E}"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393EFD-B075-4258-8BA6-D91B8483039A}">
      <dsp:nvSpPr>
        <dsp:cNvPr id="0" name=""/>
        <dsp:cNvSpPr/>
      </dsp:nvSpPr>
      <dsp:spPr>
        <a:xfrm>
          <a:off x="0" y="0"/>
          <a:ext cx="13824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EA9B9-50E2-40B9-B134-39D8BB561DC1}">
      <dsp:nvSpPr>
        <dsp:cNvPr id="0" name=""/>
        <dsp:cNvSpPr/>
      </dsp:nvSpPr>
      <dsp:spPr>
        <a:xfrm>
          <a:off x="0" y="0"/>
          <a:ext cx="5106357" cy="1578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b="1" kern="1200" dirty="0">
              <a:solidFill>
                <a:srgbClr val="000000"/>
              </a:solidFill>
              <a:latin typeface="Petrona" pitchFamily="34" charset="0"/>
              <a:ea typeface="Petrona" pitchFamily="34" charset="-122"/>
              <a:cs typeface="Petrona" pitchFamily="34" charset="-120"/>
            </a:rPr>
            <a:t>Traditional Object Detection</a:t>
          </a:r>
          <a:endParaRPr lang="en-IN" sz="3900" kern="1200" dirty="0"/>
        </a:p>
      </dsp:txBody>
      <dsp:txXfrm>
        <a:off x="0" y="0"/>
        <a:ext cx="5106357" cy="1578077"/>
      </dsp:txXfrm>
    </dsp:sp>
    <dsp:sp modelId="{30CF4FC8-42A4-4E63-A8DE-BA60E0BB53EC}">
      <dsp:nvSpPr>
        <dsp:cNvPr id="0" name=""/>
        <dsp:cNvSpPr/>
      </dsp:nvSpPr>
      <dsp:spPr>
        <a:xfrm>
          <a:off x="5269574" y="24657"/>
          <a:ext cx="8541680" cy="493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Current methods rely heavily on deep learning models like YOLO and SSD. </a:t>
          </a:r>
          <a:endParaRPr lang="en-IN" sz="1500" kern="1200" dirty="0"/>
        </a:p>
      </dsp:txBody>
      <dsp:txXfrm>
        <a:off x="5269574" y="24657"/>
        <a:ext cx="8541680" cy="493149"/>
      </dsp:txXfrm>
    </dsp:sp>
    <dsp:sp modelId="{C9D2399F-5D8B-4869-8F7D-D1903953939D}">
      <dsp:nvSpPr>
        <dsp:cNvPr id="0" name=""/>
        <dsp:cNvSpPr/>
      </dsp:nvSpPr>
      <dsp:spPr>
        <a:xfrm>
          <a:off x="5106357" y="517806"/>
          <a:ext cx="870489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C0085F-8751-478E-9CCD-F5354C3F220C}">
      <dsp:nvSpPr>
        <dsp:cNvPr id="0" name=""/>
        <dsp:cNvSpPr/>
      </dsp:nvSpPr>
      <dsp:spPr>
        <a:xfrm>
          <a:off x="5269574" y="542464"/>
          <a:ext cx="8541680" cy="493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These systems perform well in optimal lighting but struggle in low-light conditions.</a:t>
          </a:r>
          <a:endParaRPr lang="en-IN" sz="1500" kern="1200" dirty="0"/>
        </a:p>
      </dsp:txBody>
      <dsp:txXfrm>
        <a:off x="5269574" y="542464"/>
        <a:ext cx="8541680" cy="493149"/>
      </dsp:txXfrm>
    </dsp:sp>
    <dsp:sp modelId="{F739542E-5EA1-4C63-A9D8-D1273B51F285}">
      <dsp:nvSpPr>
        <dsp:cNvPr id="0" name=""/>
        <dsp:cNvSpPr/>
      </dsp:nvSpPr>
      <dsp:spPr>
        <a:xfrm>
          <a:off x="5106357" y="1035613"/>
          <a:ext cx="870489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264031-887B-4DB2-B819-454642BC1327}">
      <dsp:nvSpPr>
        <dsp:cNvPr id="0" name=""/>
        <dsp:cNvSpPr/>
      </dsp:nvSpPr>
      <dsp:spPr>
        <a:xfrm>
          <a:off x="5269574" y="1060270"/>
          <a:ext cx="8541680" cy="493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 Recent advancements have focused on data augmentation and transfer learning to improve performance.</a:t>
          </a:r>
          <a:endParaRPr lang="en-IN" sz="1500" kern="1200" dirty="0"/>
        </a:p>
      </dsp:txBody>
      <dsp:txXfrm>
        <a:off x="5269574" y="1060270"/>
        <a:ext cx="8541680" cy="493149"/>
      </dsp:txXfrm>
    </dsp:sp>
    <dsp:sp modelId="{527DF8A6-C1C9-4D61-A636-1BF486FD538F}">
      <dsp:nvSpPr>
        <dsp:cNvPr id="0" name=""/>
        <dsp:cNvSpPr/>
      </dsp:nvSpPr>
      <dsp:spPr>
        <a:xfrm>
          <a:off x="5106357" y="1553419"/>
          <a:ext cx="870489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366473-EE12-43B1-8087-19D3398B10CA}">
      <dsp:nvSpPr>
        <dsp:cNvPr id="0" name=""/>
        <dsp:cNvSpPr/>
      </dsp:nvSpPr>
      <dsp:spPr>
        <a:xfrm>
          <a:off x="0" y="1578077"/>
          <a:ext cx="13824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A91C06-2798-4B9A-8346-27B9A7E76730}">
      <dsp:nvSpPr>
        <dsp:cNvPr id="0" name=""/>
        <dsp:cNvSpPr/>
      </dsp:nvSpPr>
      <dsp:spPr>
        <a:xfrm>
          <a:off x="0" y="1578077"/>
          <a:ext cx="5421372" cy="1578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b="1" kern="1200" dirty="0">
              <a:solidFill>
                <a:srgbClr val="000000"/>
              </a:solidFill>
              <a:latin typeface="Petrona" pitchFamily="34" charset="0"/>
              <a:ea typeface="Petrona" pitchFamily="34" charset="-122"/>
              <a:cs typeface="Petrona" pitchFamily="34" charset="-120"/>
            </a:rPr>
            <a:t>Low-Light Challenges</a:t>
          </a:r>
          <a:endParaRPr lang="en-IN" sz="3900" kern="1200" dirty="0"/>
        </a:p>
      </dsp:txBody>
      <dsp:txXfrm>
        <a:off x="0" y="1578077"/>
        <a:ext cx="5421372" cy="1578077"/>
      </dsp:txXfrm>
    </dsp:sp>
    <dsp:sp modelId="{7FB2638E-4B3E-42B2-80D3-21B4E93B8F38}">
      <dsp:nvSpPr>
        <dsp:cNvPr id="0" name=""/>
        <dsp:cNvSpPr/>
      </dsp:nvSpPr>
      <dsp:spPr>
        <a:xfrm>
          <a:off x="5578919" y="1614755"/>
          <a:ext cx="8244946"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Existing research highlights issues such as increased noise, reduced contrast, and color distortion in low-light images.</a:t>
          </a:r>
          <a:endParaRPr lang="en-IN" sz="1500" kern="1200" dirty="0"/>
        </a:p>
      </dsp:txBody>
      <dsp:txXfrm>
        <a:off x="5578919" y="1614755"/>
        <a:ext cx="8244946" cy="733559"/>
      </dsp:txXfrm>
    </dsp:sp>
    <dsp:sp modelId="{1503135B-3784-48F5-B46B-DB4CBC4A5558}">
      <dsp:nvSpPr>
        <dsp:cNvPr id="0" name=""/>
        <dsp:cNvSpPr/>
      </dsp:nvSpPr>
      <dsp:spPr>
        <a:xfrm>
          <a:off x="5421372" y="2348314"/>
          <a:ext cx="84024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120CED-1EC8-4387-8E59-AE1346AC8A61}">
      <dsp:nvSpPr>
        <dsp:cNvPr id="0" name=""/>
        <dsp:cNvSpPr/>
      </dsp:nvSpPr>
      <dsp:spPr>
        <a:xfrm>
          <a:off x="5578919" y="2384992"/>
          <a:ext cx="8244946"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 Solutions have included hardware improvements (e.g., enhanced sensors) and software approaches like image enhancement algorithms.</a:t>
          </a:r>
          <a:endParaRPr lang="en-IN" sz="1500" kern="1200" dirty="0"/>
        </a:p>
      </dsp:txBody>
      <dsp:txXfrm>
        <a:off x="5578919" y="2384992"/>
        <a:ext cx="8244946" cy="733559"/>
      </dsp:txXfrm>
    </dsp:sp>
    <dsp:sp modelId="{28CEAD9E-0F34-4179-855D-DE39DD0863C7}">
      <dsp:nvSpPr>
        <dsp:cNvPr id="0" name=""/>
        <dsp:cNvSpPr/>
      </dsp:nvSpPr>
      <dsp:spPr>
        <a:xfrm>
          <a:off x="5421372" y="3118551"/>
          <a:ext cx="84024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3A9D36-04CE-4FC0-97C2-F97EE4732944}">
      <dsp:nvSpPr>
        <dsp:cNvPr id="0" name=""/>
        <dsp:cNvSpPr/>
      </dsp:nvSpPr>
      <dsp:spPr>
        <a:xfrm>
          <a:off x="0" y="3156154"/>
          <a:ext cx="13824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3D97B6-69CA-4AA2-A27D-9A0233940419}">
      <dsp:nvSpPr>
        <dsp:cNvPr id="0" name=""/>
        <dsp:cNvSpPr/>
      </dsp:nvSpPr>
      <dsp:spPr>
        <a:xfrm>
          <a:off x="0" y="3156154"/>
          <a:ext cx="5410778" cy="1578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100000"/>
            </a:lnSpc>
            <a:spcBef>
              <a:spcPct val="0"/>
            </a:spcBef>
            <a:spcAft>
              <a:spcPct val="35000"/>
            </a:spcAft>
            <a:buNone/>
          </a:pPr>
          <a:r>
            <a:rPr lang="en-US" sz="3900" b="1" kern="1200" dirty="0">
              <a:solidFill>
                <a:srgbClr val="000000"/>
              </a:solidFill>
              <a:latin typeface="Petrona" pitchFamily="34" charset="0"/>
              <a:ea typeface="Petrona" pitchFamily="34" charset="-122"/>
              <a:cs typeface="Petrona" pitchFamily="34" charset="-120"/>
            </a:rPr>
            <a:t>Federated Learning Introduction</a:t>
          </a:r>
          <a:endParaRPr lang="en-IN" sz="3900" kern="1200" dirty="0"/>
        </a:p>
      </dsp:txBody>
      <dsp:txXfrm>
        <a:off x="0" y="3156154"/>
        <a:ext cx="5410778" cy="1578077"/>
      </dsp:txXfrm>
    </dsp:sp>
    <dsp:sp modelId="{0A54C0FE-859C-494A-A1A1-ABF3DA4B7E43}">
      <dsp:nvSpPr>
        <dsp:cNvPr id="0" name=""/>
        <dsp:cNvSpPr/>
      </dsp:nvSpPr>
      <dsp:spPr>
        <a:xfrm>
          <a:off x="5568527" y="3192832"/>
          <a:ext cx="8255544"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Federated learning has emerged as a promising approach for privacy-preserving distributed learning. </a:t>
          </a:r>
          <a:endParaRPr lang="en-IN" sz="1500" kern="1200" dirty="0"/>
        </a:p>
      </dsp:txBody>
      <dsp:txXfrm>
        <a:off x="5568527" y="3192832"/>
        <a:ext cx="8255544" cy="733559"/>
      </dsp:txXfrm>
    </dsp:sp>
    <dsp:sp modelId="{C5460573-C59E-41A6-99C7-C78DAE1C08EB}">
      <dsp:nvSpPr>
        <dsp:cNvPr id="0" name=""/>
        <dsp:cNvSpPr/>
      </dsp:nvSpPr>
      <dsp:spPr>
        <a:xfrm>
          <a:off x="5410778" y="3926391"/>
          <a:ext cx="84132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E61A31-D3B8-4DAB-AA13-F6D800FEF959}">
      <dsp:nvSpPr>
        <dsp:cNvPr id="0" name=""/>
        <dsp:cNvSpPr/>
      </dsp:nvSpPr>
      <dsp:spPr>
        <a:xfrm>
          <a:off x="5568527" y="3963069"/>
          <a:ext cx="8255544"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It allows model training on decentralized data, addressing both privacy concerns and the need for diverse training sets in autonomous vehicle applications.</a:t>
          </a:r>
          <a:endParaRPr lang="en-IN" sz="1500" kern="1200" dirty="0"/>
        </a:p>
      </dsp:txBody>
      <dsp:txXfrm>
        <a:off x="5568527" y="3963069"/>
        <a:ext cx="8255544" cy="733559"/>
      </dsp:txXfrm>
    </dsp:sp>
    <dsp:sp modelId="{803F1C03-CDE1-4B37-B305-F31A34820051}">
      <dsp:nvSpPr>
        <dsp:cNvPr id="0" name=""/>
        <dsp:cNvSpPr/>
      </dsp:nvSpPr>
      <dsp:spPr>
        <a:xfrm>
          <a:off x="5410778" y="4696629"/>
          <a:ext cx="84132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9EC70B-D4E1-42D8-B313-107F77EAB232}">
      <dsp:nvSpPr>
        <dsp:cNvPr id="0" name=""/>
        <dsp:cNvSpPr/>
      </dsp:nvSpPr>
      <dsp:spPr>
        <a:xfrm>
          <a:off x="0" y="4734231"/>
          <a:ext cx="13824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CC86D5-397D-4DEA-8678-B1B219CF1AD0}">
      <dsp:nvSpPr>
        <dsp:cNvPr id="0" name=""/>
        <dsp:cNvSpPr/>
      </dsp:nvSpPr>
      <dsp:spPr>
        <a:xfrm>
          <a:off x="0" y="4734231"/>
          <a:ext cx="5405814" cy="1578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b="1" kern="1200" dirty="0">
              <a:solidFill>
                <a:srgbClr val="000000"/>
              </a:solidFill>
              <a:latin typeface="Petrona" pitchFamily="34" charset="0"/>
              <a:ea typeface="Petrona" pitchFamily="34" charset="-122"/>
              <a:cs typeface="Petrona" pitchFamily="34" charset="-120"/>
            </a:rPr>
            <a:t>Proposed System Advantages</a:t>
          </a:r>
          <a:endParaRPr lang="en-IN" sz="3900" kern="1200" dirty="0"/>
        </a:p>
      </dsp:txBody>
      <dsp:txXfrm>
        <a:off x="0" y="4734231"/>
        <a:ext cx="5405814" cy="1578077"/>
      </dsp:txXfrm>
    </dsp:sp>
    <dsp:sp modelId="{CF924A19-760C-495C-842D-84BB0E577BD7}">
      <dsp:nvSpPr>
        <dsp:cNvPr id="0" name=""/>
        <dsp:cNvSpPr/>
      </dsp:nvSpPr>
      <dsp:spPr>
        <a:xfrm>
          <a:off x="5563563" y="4770909"/>
          <a:ext cx="8255544"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Our proposed system combines federated learning with advanced object detection models, specifically tailored for low-light conditions. </a:t>
          </a:r>
          <a:endParaRPr lang="en-IN" sz="1500" kern="1200" dirty="0"/>
        </a:p>
      </dsp:txBody>
      <dsp:txXfrm>
        <a:off x="5563563" y="4770909"/>
        <a:ext cx="8255544" cy="733559"/>
      </dsp:txXfrm>
    </dsp:sp>
    <dsp:sp modelId="{364A1E4A-EE5D-4018-AD56-B77A69F5B6C5}">
      <dsp:nvSpPr>
        <dsp:cNvPr id="0" name=""/>
        <dsp:cNvSpPr/>
      </dsp:nvSpPr>
      <dsp:spPr>
        <a:xfrm>
          <a:off x="5405814" y="5504469"/>
          <a:ext cx="84132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5C1DF5-3515-4D8F-AF29-C08F77D7BA0E}">
      <dsp:nvSpPr>
        <dsp:cNvPr id="0" name=""/>
        <dsp:cNvSpPr/>
      </dsp:nvSpPr>
      <dsp:spPr>
        <a:xfrm>
          <a:off x="5563563" y="5541147"/>
          <a:ext cx="8255544" cy="733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solidFill>
                <a:srgbClr val="272525"/>
              </a:solidFill>
              <a:latin typeface="Inter" pitchFamily="34" charset="0"/>
              <a:ea typeface="Inter" pitchFamily="34" charset="-122"/>
              <a:cs typeface="Inter" pitchFamily="34" charset="-120"/>
            </a:rPr>
            <a:t>This novel approach promises to overcome existing limitations by leveraging collective learning while preserving data privacy and capturing environmental diversity.</a:t>
          </a:r>
          <a:endParaRPr lang="en-IN" sz="1500" kern="1200" dirty="0"/>
        </a:p>
      </dsp:txBody>
      <dsp:txXfrm>
        <a:off x="5563563" y="5541147"/>
        <a:ext cx="8255544" cy="733559"/>
      </dsp:txXfrm>
    </dsp:sp>
    <dsp:sp modelId="{F8DF7D8B-5D9D-48B8-B775-ABE7251D1882}">
      <dsp:nvSpPr>
        <dsp:cNvPr id="0" name=""/>
        <dsp:cNvSpPr/>
      </dsp:nvSpPr>
      <dsp:spPr>
        <a:xfrm>
          <a:off x="5405814" y="6274706"/>
          <a:ext cx="84132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5D65A-9983-46B9-B9D1-DD5E7DC76886}">
      <dsp:nvSpPr>
        <dsp:cNvPr id="0" name=""/>
        <dsp:cNvSpPr/>
      </dsp:nvSpPr>
      <dsp:spPr>
        <a:xfrm>
          <a:off x="806386" y="696"/>
          <a:ext cx="3290768" cy="19744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Tkinter</a:t>
          </a:r>
        </a:p>
      </dsp:txBody>
      <dsp:txXfrm>
        <a:off x="806386" y="696"/>
        <a:ext cx="3290768" cy="1974461"/>
      </dsp:txXfrm>
    </dsp:sp>
    <dsp:sp modelId="{DA270A7B-30DB-49E0-B5B5-9331552C3B33}">
      <dsp:nvSpPr>
        <dsp:cNvPr id="0" name=""/>
        <dsp:cNvSpPr/>
      </dsp:nvSpPr>
      <dsp:spPr>
        <a:xfrm>
          <a:off x="4426231" y="696"/>
          <a:ext cx="3290768" cy="1974461"/>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Pytorch</a:t>
          </a:r>
        </a:p>
      </dsp:txBody>
      <dsp:txXfrm>
        <a:off x="4426231" y="696"/>
        <a:ext cx="3290768" cy="1974461"/>
      </dsp:txXfrm>
    </dsp:sp>
    <dsp:sp modelId="{E081BB9C-7049-403A-AB9A-47EC1B5BE9CF}">
      <dsp:nvSpPr>
        <dsp:cNvPr id="0" name=""/>
        <dsp:cNvSpPr/>
      </dsp:nvSpPr>
      <dsp:spPr>
        <a:xfrm>
          <a:off x="8046077" y="696"/>
          <a:ext cx="3290768" cy="1974461"/>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OpenCV</a:t>
          </a:r>
        </a:p>
      </dsp:txBody>
      <dsp:txXfrm>
        <a:off x="8046077" y="696"/>
        <a:ext cx="3290768" cy="1974461"/>
      </dsp:txXfrm>
    </dsp:sp>
    <dsp:sp modelId="{A99051C6-EF5A-4F9C-BD6C-EA12392C58A0}">
      <dsp:nvSpPr>
        <dsp:cNvPr id="0" name=""/>
        <dsp:cNvSpPr/>
      </dsp:nvSpPr>
      <dsp:spPr>
        <a:xfrm>
          <a:off x="806386" y="2304234"/>
          <a:ext cx="3290768" cy="1974461"/>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Numpy</a:t>
          </a:r>
        </a:p>
      </dsp:txBody>
      <dsp:txXfrm>
        <a:off x="806386" y="2304234"/>
        <a:ext cx="3290768" cy="1974461"/>
      </dsp:txXfrm>
    </dsp:sp>
    <dsp:sp modelId="{7A900B87-E087-4827-908D-EC72144F0AC7}">
      <dsp:nvSpPr>
        <dsp:cNvPr id="0" name=""/>
        <dsp:cNvSpPr/>
      </dsp:nvSpPr>
      <dsp:spPr>
        <a:xfrm>
          <a:off x="4426231" y="2304234"/>
          <a:ext cx="3290768" cy="1974461"/>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Pathlib</a:t>
          </a:r>
        </a:p>
      </dsp:txBody>
      <dsp:txXfrm>
        <a:off x="4426231" y="2304234"/>
        <a:ext cx="3290768" cy="1974461"/>
      </dsp:txXfrm>
    </dsp:sp>
    <dsp:sp modelId="{824E7A42-E5F4-41B8-96F6-D05E1AFE712E}">
      <dsp:nvSpPr>
        <dsp:cNvPr id="0" name=""/>
        <dsp:cNvSpPr/>
      </dsp:nvSpPr>
      <dsp:spPr>
        <a:xfrm>
          <a:off x="8046077" y="2304234"/>
          <a:ext cx="3290768" cy="1974461"/>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Pickle</a:t>
          </a:r>
        </a:p>
      </dsp:txBody>
      <dsp:txXfrm>
        <a:off x="8046077" y="2304234"/>
        <a:ext cx="3290768" cy="197446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3331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FBE0-9C17-8994-9C54-A42C5215EF32}"/>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570DB608-41DC-74B5-CCF6-BE756ED51E8F}"/>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FF9424-B967-3841-9380-830BB9A7E452}"/>
              </a:ext>
            </a:extLst>
          </p:cNvPr>
          <p:cNvSpPr>
            <a:spLocks noGrp="1"/>
          </p:cNvSpPr>
          <p:nvPr>
            <p:ph type="dt" sz="half" idx="10"/>
          </p:nvPr>
        </p:nvSpPr>
        <p:spPr/>
        <p:txBody>
          <a:bodyPr/>
          <a:lstStyle/>
          <a:p>
            <a:fld id="{DDA51639-B2D6-4652-B8C3-1B4C224A7BAF}" type="datetimeFigureOut">
              <a:rPr lang="en-US" smtClean="0"/>
              <a:t>8/22/2024</a:t>
            </a:fld>
            <a:endParaRPr lang="en-US" dirty="0"/>
          </a:p>
        </p:txBody>
      </p:sp>
      <p:sp>
        <p:nvSpPr>
          <p:cNvPr id="5" name="Footer Placeholder 4">
            <a:extLst>
              <a:ext uri="{FF2B5EF4-FFF2-40B4-BE49-F238E27FC236}">
                <a16:creationId xmlns:a16="http://schemas.microsoft.com/office/drawing/2014/main" id="{D67A0FCF-0DCC-FA1E-E5D9-D3AD0DF927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B3BF85A-2623-29B7-4A66-93E587305A0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157291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D0D6-F79D-1828-0A9C-02A347F1FF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AEA46E-185E-5F12-7877-2BF8DAD37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90A72-8BB6-8A46-618B-ED332905F069}"/>
              </a:ext>
            </a:extLst>
          </p:cNvPr>
          <p:cNvSpPr>
            <a:spLocks noGrp="1"/>
          </p:cNvSpPr>
          <p:nvPr>
            <p:ph type="dt" sz="half" idx="10"/>
          </p:nvPr>
        </p:nvSpPr>
        <p:spPr/>
        <p:txBody>
          <a:bodyPr/>
          <a:lstStyle/>
          <a:p>
            <a:fld id="{846CE7D5-CF57-46EF-B807-FDD0502418D4}" type="datetimeFigureOut">
              <a:rPr lang="en-US" smtClean="0"/>
              <a:t>8/22/2024</a:t>
            </a:fld>
            <a:endParaRPr lang="en-US"/>
          </a:p>
        </p:txBody>
      </p:sp>
      <p:sp>
        <p:nvSpPr>
          <p:cNvPr id="5" name="Footer Placeholder 4">
            <a:extLst>
              <a:ext uri="{FF2B5EF4-FFF2-40B4-BE49-F238E27FC236}">
                <a16:creationId xmlns:a16="http://schemas.microsoft.com/office/drawing/2014/main" id="{72A5B274-ECEE-09C0-9478-8DB96114F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C83433-D14C-14B4-BEF1-C52E1707C1D0}"/>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7795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E491-1184-10D5-4DEB-E7F4F13DFA1A}"/>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1AFA73-C601-6935-3A36-242E2EBBBD86}"/>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A480B3-EC84-DD03-8F17-6684DFAAC285}"/>
              </a:ext>
            </a:extLst>
          </p:cNvPr>
          <p:cNvSpPr>
            <a:spLocks noGrp="1"/>
          </p:cNvSpPr>
          <p:nvPr>
            <p:ph type="dt" sz="half" idx="10"/>
          </p:nvPr>
        </p:nvSpPr>
        <p:spPr/>
        <p:txBody>
          <a:bodyPr/>
          <a:lstStyle/>
          <a:p>
            <a:fld id="{C44961B7-6B89-48AB-966F-622E2788EECC}" type="datetimeFigureOut">
              <a:rPr lang="en-US" smtClean="0"/>
              <a:t>8/22/2024</a:t>
            </a:fld>
            <a:endParaRPr lang="en-US" dirty="0"/>
          </a:p>
        </p:txBody>
      </p:sp>
      <p:sp>
        <p:nvSpPr>
          <p:cNvPr id="5" name="Footer Placeholder 4">
            <a:extLst>
              <a:ext uri="{FF2B5EF4-FFF2-40B4-BE49-F238E27FC236}">
                <a16:creationId xmlns:a16="http://schemas.microsoft.com/office/drawing/2014/main" id="{7CFBAB0A-7F62-E8FD-3A82-185207BB1C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DF4D4F3-363C-DD33-9F88-EC93FB2673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966705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C783-AA82-A866-D4F3-3898266C1D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945A50-1B3D-80C0-965A-81D8031CA350}"/>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593E36-81C1-BBE0-043D-C06D42FED808}"/>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EE994C-6EF0-764F-769C-D7735AA86DFB}"/>
              </a:ext>
            </a:extLst>
          </p:cNvPr>
          <p:cNvSpPr>
            <a:spLocks noGrp="1"/>
          </p:cNvSpPr>
          <p:nvPr>
            <p:ph type="dt" sz="half" idx="10"/>
          </p:nvPr>
        </p:nvSpPr>
        <p:spPr/>
        <p:txBody>
          <a:bodyPr/>
          <a:lstStyle/>
          <a:p>
            <a:fld id="{DBD3D6FB-79CC-4683-A046-BBE785BA1BED}" type="datetimeFigureOut">
              <a:rPr lang="en-US" smtClean="0"/>
              <a:t>8/22/2024</a:t>
            </a:fld>
            <a:endParaRPr lang="en-US" dirty="0"/>
          </a:p>
        </p:txBody>
      </p:sp>
      <p:sp>
        <p:nvSpPr>
          <p:cNvPr id="6" name="Footer Placeholder 5">
            <a:extLst>
              <a:ext uri="{FF2B5EF4-FFF2-40B4-BE49-F238E27FC236}">
                <a16:creationId xmlns:a16="http://schemas.microsoft.com/office/drawing/2014/main" id="{D2F8B634-15FD-953F-D4B7-1CEFE57D93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44964C1-DBE7-CB6B-1D55-172B54758AD6}"/>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000605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8F75-5DE9-FBB1-9C3F-121D28F0C3AE}"/>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8B2D0E-9E72-C0E0-6EE3-336960D73A9E}"/>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3CDFE5DD-1F9A-7944-CDD4-5B1D03B7052D}"/>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37D597-A4CC-CD5E-F3CC-35DD437B6291}"/>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A4168D52-1392-C3C1-9CD9-44910B8FC516}"/>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9D69D9A-71E5-FE89-0D07-9F6C3DC2B7EC}"/>
              </a:ext>
            </a:extLst>
          </p:cNvPr>
          <p:cNvSpPr>
            <a:spLocks noGrp="1"/>
          </p:cNvSpPr>
          <p:nvPr>
            <p:ph type="dt" sz="half" idx="10"/>
          </p:nvPr>
        </p:nvSpPr>
        <p:spPr/>
        <p:txBody>
          <a:bodyPr/>
          <a:lstStyle/>
          <a:p>
            <a:fld id="{9512B3E8-48F1-4B23-8498-D8A04A81EC9C}" type="datetimeFigureOut">
              <a:rPr lang="en-US" smtClean="0"/>
              <a:t>8/22/2024</a:t>
            </a:fld>
            <a:endParaRPr lang="en-US" dirty="0"/>
          </a:p>
        </p:txBody>
      </p:sp>
      <p:sp>
        <p:nvSpPr>
          <p:cNvPr id="8" name="Footer Placeholder 7">
            <a:extLst>
              <a:ext uri="{FF2B5EF4-FFF2-40B4-BE49-F238E27FC236}">
                <a16:creationId xmlns:a16="http://schemas.microsoft.com/office/drawing/2014/main" id="{ED400DED-D33B-A9D8-0231-083B2CA1C2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02C3AF8-48F5-5005-7064-1CAB70035F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88819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A9F3-6C92-5DBF-A67B-B8BD0BF0E5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E59D80-54E5-86A1-02E5-F534279CC710}"/>
              </a:ext>
            </a:extLst>
          </p:cNvPr>
          <p:cNvSpPr>
            <a:spLocks noGrp="1"/>
          </p:cNvSpPr>
          <p:nvPr>
            <p:ph type="dt" sz="half" idx="10"/>
          </p:nvPr>
        </p:nvSpPr>
        <p:spPr/>
        <p:txBody>
          <a:bodyPr/>
          <a:lstStyle/>
          <a:p>
            <a:fld id="{10B90D90-AA62-404D-A741-635B4370F9CB}" type="datetimeFigureOut">
              <a:rPr lang="en-US" smtClean="0"/>
              <a:t>8/22/2024</a:t>
            </a:fld>
            <a:endParaRPr lang="en-US" dirty="0"/>
          </a:p>
        </p:txBody>
      </p:sp>
      <p:sp>
        <p:nvSpPr>
          <p:cNvPr id="4" name="Footer Placeholder 3">
            <a:extLst>
              <a:ext uri="{FF2B5EF4-FFF2-40B4-BE49-F238E27FC236}">
                <a16:creationId xmlns:a16="http://schemas.microsoft.com/office/drawing/2014/main" id="{ED4273D6-4C05-4A1C-F745-6E727AF418D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9362691-442D-9B4C-F22D-CCC52FDB246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2887553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2F7622-B737-9500-04B3-67F33470230C}"/>
              </a:ext>
            </a:extLst>
          </p:cNvPr>
          <p:cNvSpPr>
            <a:spLocks noGrp="1"/>
          </p:cNvSpPr>
          <p:nvPr>
            <p:ph type="dt" sz="half" idx="10"/>
          </p:nvPr>
        </p:nvSpPr>
        <p:spPr/>
        <p:txBody>
          <a:bodyPr/>
          <a:lstStyle/>
          <a:p>
            <a:fld id="{A57002E4-6836-46D1-9DBB-3C27C0DD3A89}" type="datetimeFigureOut">
              <a:rPr lang="en-US" smtClean="0"/>
              <a:t>8/22/2024</a:t>
            </a:fld>
            <a:endParaRPr lang="en-US" dirty="0"/>
          </a:p>
        </p:txBody>
      </p:sp>
      <p:sp>
        <p:nvSpPr>
          <p:cNvPr id="3" name="Footer Placeholder 2">
            <a:extLst>
              <a:ext uri="{FF2B5EF4-FFF2-40B4-BE49-F238E27FC236}">
                <a16:creationId xmlns:a16="http://schemas.microsoft.com/office/drawing/2014/main" id="{D5AAB956-3671-C664-495A-CC6B65BFF95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BAE2818-688A-3E8A-DB72-B7195E3FE99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480491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5171A-702D-6054-2B83-13F222677B83}"/>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4A627C-10F7-8A4E-8BEF-0722952DF21E}"/>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BEC388-8561-101F-B043-9D3329F26F8A}"/>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B76174D7-762F-40DC-6F37-83FE4CAC5E64}"/>
              </a:ext>
            </a:extLst>
          </p:cNvPr>
          <p:cNvSpPr>
            <a:spLocks noGrp="1"/>
          </p:cNvSpPr>
          <p:nvPr>
            <p:ph type="dt" sz="half" idx="10"/>
          </p:nvPr>
        </p:nvSpPr>
        <p:spPr/>
        <p:txBody>
          <a:bodyPr/>
          <a:lstStyle/>
          <a:p>
            <a:fld id="{1CF131DD-A141-4471-BCF9-C6073EDD7E20}" type="datetimeFigureOut">
              <a:rPr lang="en-US" smtClean="0"/>
              <a:t>8/22/2024</a:t>
            </a:fld>
            <a:endParaRPr lang="en-US" dirty="0"/>
          </a:p>
        </p:txBody>
      </p:sp>
      <p:sp>
        <p:nvSpPr>
          <p:cNvPr id="6" name="Footer Placeholder 5">
            <a:extLst>
              <a:ext uri="{FF2B5EF4-FFF2-40B4-BE49-F238E27FC236}">
                <a16:creationId xmlns:a16="http://schemas.microsoft.com/office/drawing/2014/main" id="{56AB7C65-3EE7-851A-2178-19EE5EBC5E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697CBB4-5BB6-30CD-B8C9-DAB9ECEC5433}"/>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09716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26B9A-B638-BF26-C4EB-8D6DAF96519E}"/>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8464D2-76A4-AE3D-0D4F-F1186E5D6725}"/>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78720AD4-15FB-19BC-A266-7B20B6FA960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4F0A1DFD-7344-676C-7ECE-9A00A5E61487}"/>
              </a:ext>
            </a:extLst>
          </p:cNvPr>
          <p:cNvSpPr>
            <a:spLocks noGrp="1"/>
          </p:cNvSpPr>
          <p:nvPr>
            <p:ph type="dt" sz="half" idx="10"/>
          </p:nvPr>
        </p:nvSpPr>
        <p:spPr/>
        <p:txBody>
          <a:bodyPr/>
          <a:lstStyle/>
          <a:p>
            <a:fld id="{AB334A90-EB03-42F3-8859-2C2B2724C058}" type="datetimeFigureOut">
              <a:rPr lang="en-US" smtClean="0"/>
              <a:t>8/22/2024</a:t>
            </a:fld>
            <a:endParaRPr lang="en-US" dirty="0"/>
          </a:p>
        </p:txBody>
      </p:sp>
      <p:sp>
        <p:nvSpPr>
          <p:cNvPr id="6" name="Footer Placeholder 5">
            <a:extLst>
              <a:ext uri="{FF2B5EF4-FFF2-40B4-BE49-F238E27FC236}">
                <a16:creationId xmlns:a16="http://schemas.microsoft.com/office/drawing/2014/main" id="{9753D161-F4AC-F3C4-45A2-C12689D504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C42ACD-84DA-F1D4-5EB1-880925724B5F}"/>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21578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456C-9781-6355-20C5-D475B4B054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E85437-D1D4-7C19-DECA-D69C9C4A77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93DCE0-D1B6-E507-5F4E-E66F85E09093}"/>
              </a:ext>
            </a:extLst>
          </p:cNvPr>
          <p:cNvSpPr>
            <a:spLocks noGrp="1"/>
          </p:cNvSpPr>
          <p:nvPr>
            <p:ph type="dt" sz="half" idx="10"/>
          </p:nvPr>
        </p:nvSpPr>
        <p:spPr/>
        <p:txBody>
          <a:bodyPr/>
          <a:lstStyle/>
          <a:p>
            <a:fld id="{D11A6AA8-A04B-4104-9AE2-BD48D340E27F}" type="datetimeFigureOut">
              <a:rPr lang="en-US" smtClean="0"/>
              <a:t>8/22/2024</a:t>
            </a:fld>
            <a:endParaRPr lang="en-US" dirty="0"/>
          </a:p>
        </p:txBody>
      </p:sp>
      <p:sp>
        <p:nvSpPr>
          <p:cNvPr id="5" name="Footer Placeholder 4">
            <a:extLst>
              <a:ext uri="{FF2B5EF4-FFF2-40B4-BE49-F238E27FC236}">
                <a16:creationId xmlns:a16="http://schemas.microsoft.com/office/drawing/2014/main" id="{277ED920-F5CA-51A2-439D-1D7D9DE28F8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F14EB9-5069-1B42-4381-FAEB412C259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871876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570EEE-408D-09F9-5163-9172248274A7}"/>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80CC8B-4511-CB31-3D05-FB856965603A}"/>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7CC8D4-0660-B7DF-762E-6C43AF8FA29E}"/>
              </a:ext>
            </a:extLst>
          </p:cNvPr>
          <p:cNvSpPr>
            <a:spLocks noGrp="1"/>
          </p:cNvSpPr>
          <p:nvPr>
            <p:ph type="dt" sz="half" idx="10"/>
          </p:nvPr>
        </p:nvSpPr>
        <p:spPr/>
        <p:txBody>
          <a:bodyPr/>
          <a:lstStyle/>
          <a:p>
            <a:fld id="{B4E0BF79-FAC6-4A96-8DE1-F7B82E2E1652}" type="datetimeFigureOut">
              <a:rPr lang="en-US" smtClean="0"/>
              <a:t>8/22/2024</a:t>
            </a:fld>
            <a:endParaRPr lang="en-US" dirty="0"/>
          </a:p>
        </p:txBody>
      </p:sp>
      <p:sp>
        <p:nvSpPr>
          <p:cNvPr id="5" name="Footer Placeholder 4">
            <a:extLst>
              <a:ext uri="{FF2B5EF4-FFF2-40B4-BE49-F238E27FC236}">
                <a16:creationId xmlns:a16="http://schemas.microsoft.com/office/drawing/2014/main" id="{000C8430-B626-4CB7-4ACA-71FDD4156F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B58DDB4-CECD-C5BF-C850-74FC7C4A2BBA}"/>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834723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558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FFA8FB-4438-1410-A934-87CE6FD5EDFE}"/>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22A35A-A53B-C34B-FE0D-9D73664A72AC}"/>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20026A-3301-A0CA-50CF-0BB9E4A757D3}"/>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BC48EC7-AF6A-48D3-8284-14BACBEBDD84}" type="datetimeFigureOut">
              <a:rPr lang="en-US" smtClean="0"/>
              <a:t>8/22/2024</a:t>
            </a:fld>
            <a:endParaRPr lang="en-US" dirty="0"/>
          </a:p>
        </p:txBody>
      </p:sp>
      <p:sp>
        <p:nvSpPr>
          <p:cNvPr id="5" name="Footer Placeholder 4">
            <a:extLst>
              <a:ext uri="{FF2B5EF4-FFF2-40B4-BE49-F238E27FC236}">
                <a16:creationId xmlns:a16="http://schemas.microsoft.com/office/drawing/2014/main" id="{583A2CBB-5425-FCD9-F723-CFB123E3DC33}"/>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3B87EDF-21CE-B6C5-2D63-B6B8189EA5C5}"/>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6158560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64037" y="2158246"/>
            <a:ext cx="7415927" cy="3240286"/>
          </a:xfrm>
          <a:prstGeom prst="rect">
            <a:avLst/>
          </a:prstGeom>
          <a:noFill/>
          <a:ln/>
        </p:spPr>
        <p:txBody>
          <a:bodyPr wrap="square" rtlCol="0" anchor="t"/>
          <a:lstStyle/>
          <a:p>
            <a:pPr marL="0" indent="0">
              <a:lnSpc>
                <a:spcPts val="5103"/>
              </a:lnSpc>
              <a:buNone/>
            </a:pPr>
            <a:r>
              <a:rPr lang="en-US" sz="4082" b="1" dirty="0">
                <a:solidFill>
                  <a:srgbClr val="000000"/>
                </a:solidFill>
                <a:latin typeface="Times New Roman" panose="02020603050405020304" pitchFamily="18" charset="0"/>
                <a:ea typeface="Petrona" pitchFamily="34" charset="-122"/>
                <a:cs typeface="Times New Roman" panose="02020603050405020304" pitchFamily="18" charset="0"/>
              </a:rPr>
              <a:t>Illuminating Autonomy: Federated Learning for Object Detection in Autonomous Vehicles under Low-Light Conditions</a:t>
            </a:r>
            <a:endParaRPr lang="en-US" sz="4082" dirty="0">
              <a:latin typeface="Times New Roman" panose="02020603050405020304" pitchFamily="18" charset="0"/>
              <a:cs typeface="Times New Roman" panose="02020603050405020304" pitchFamily="18" charset="0"/>
            </a:endParaRPr>
          </a:p>
        </p:txBody>
      </p:sp>
      <p:sp>
        <p:nvSpPr>
          <p:cNvPr id="6" name="Text 2"/>
          <p:cNvSpPr/>
          <p:nvPr/>
        </p:nvSpPr>
        <p:spPr>
          <a:xfrm>
            <a:off x="864037" y="5676186"/>
            <a:ext cx="7415927" cy="395049"/>
          </a:xfrm>
          <a:prstGeom prst="rect">
            <a:avLst/>
          </a:prstGeom>
          <a:noFill/>
          <a:ln/>
        </p:spPr>
        <p:txBody>
          <a:bodyPr wrap="none" rtlCol="0" anchor="t"/>
          <a:lstStyle/>
          <a:p>
            <a:pPr marL="0" indent="0">
              <a:lnSpc>
                <a:spcPts val="3110"/>
              </a:lnSpc>
              <a:buNone/>
            </a:pPr>
            <a:endParaRPr lang="en-US" sz="19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1026319" y="817483"/>
            <a:ext cx="12577762" cy="1511141"/>
          </a:xfrm>
          <a:prstGeom prst="rect">
            <a:avLst/>
          </a:prstGeom>
          <a:noFill/>
          <a:ln/>
        </p:spPr>
        <p:txBody>
          <a:bodyPr wrap="square" rtlCol="0" anchor="t"/>
          <a:lstStyle/>
          <a:p>
            <a:pPr marL="0" indent="0">
              <a:lnSpc>
                <a:spcPts val="5949"/>
              </a:lnSpc>
              <a:buNone/>
            </a:pPr>
            <a:r>
              <a:rPr lang="en-US" sz="4759" b="1" dirty="0">
                <a:solidFill>
                  <a:srgbClr val="000000"/>
                </a:solidFill>
                <a:latin typeface="Petrona" pitchFamily="34" charset="0"/>
                <a:ea typeface="Petrona" pitchFamily="34" charset="-122"/>
                <a:cs typeface="Petrona" pitchFamily="34" charset="-120"/>
              </a:rPr>
              <a:t>Introduction to Autonomous Vehicle Object Detection</a:t>
            </a:r>
            <a:endParaRPr lang="en-US" sz="4759" dirty="0"/>
          </a:p>
        </p:txBody>
      </p:sp>
      <p:sp>
        <p:nvSpPr>
          <p:cNvPr id="5" name="Text 2"/>
          <p:cNvSpPr/>
          <p:nvPr/>
        </p:nvSpPr>
        <p:spPr>
          <a:xfrm>
            <a:off x="1026319" y="2904053"/>
            <a:ext cx="3817620" cy="755333"/>
          </a:xfrm>
          <a:prstGeom prst="rect">
            <a:avLst/>
          </a:prstGeom>
          <a:noFill/>
          <a:ln/>
        </p:spPr>
        <p:txBody>
          <a:bodyPr wrap="square" rtlCol="0" anchor="t"/>
          <a:lstStyle/>
          <a:p>
            <a:pPr marL="0" indent="0">
              <a:lnSpc>
                <a:spcPts val="2975"/>
              </a:lnSpc>
              <a:buNone/>
            </a:pPr>
            <a:r>
              <a:rPr lang="en-US" sz="2380" b="1" dirty="0">
                <a:solidFill>
                  <a:srgbClr val="000000"/>
                </a:solidFill>
                <a:latin typeface="Petrona" pitchFamily="34" charset="0"/>
                <a:ea typeface="Petrona" pitchFamily="34" charset="-122"/>
                <a:cs typeface="Petrona" pitchFamily="34" charset="-120"/>
              </a:rPr>
              <a:t>Object Detection Importance</a:t>
            </a:r>
            <a:endParaRPr lang="en-US" sz="2380" dirty="0"/>
          </a:p>
        </p:txBody>
      </p:sp>
      <p:sp>
        <p:nvSpPr>
          <p:cNvPr id="6" name="Text 3"/>
          <p:cNvSpPr/>
          <p:nvPr/>
        </p:nvSpPr>
        <p:spPr>
          <a:xfrm>
            <a:off x="1026319" y="3889534"/>
            <a:ext cx="3817620" cy="3315414"/>
          </a:xfrm>
          <a:prstGeom prst="rect">
            <a:avLst/>
          </a:prstGeom>
          <a:noFill/>
          <a:ln/>
        </p:spPr>
        <p:txBody>
          <a:bodyPr wrap="square" rtlCol="0" anchor="t"/>
          <a:lstStyle/>
          <a:p>
            <a:pPr marL="0" indent="0" algn="just">
              <a:lnSpc>
                <a:spcPts val="2901"/>
              </a:lnSpc>
              <a:buNone/>
            </a:pPr>
            <a:r>
              <a:rPr lang="en-US" sz="1813" dirty="0">
                <a:solidFill>
                  <a:srgbClr val="272525"/>
                </a:solidFill>
                <a:latin typeface="Inter" pitchFamily="34" charset="0"/>
                <a:ea typeface="Inter" pitchFamily="34" charset="-122"/>
                <a:cs typeface="Inter" pitchFamily="34" charset="-120"/>
              </a:rPr>
              <a:t>Object detection is the cornerstone of autonomous vehicle navigation, enabling vehicles to identify and respond to their environment in real-time. It forms the basis for critical decision-making processes, ensuring the safety of passengers and pedestrians alike.</a:t>
            </a:r>
            <a:endParaRPr lang="en-US" sz="1813" dirty="0"/>
          </a:p>
        </p:txBody>
      </p:sp>
      <p:sp>
        <p:nvSpPr>
          <p:cNvPr id="7" name="Text 4"/>
          <p:cNvSpPr/>
          <p:nvPr/>
        </p:nvSpPr>
        <p:spPr>
          <a:xfrm>
            <a:off x="5413296" y="2904053"/>
            <a:ext cx="3022044" cy="377666"/>
          </a:xfrm>
          <a:prstGeom prst="rect">
            <a:avLst/>
          </a:prstGeom>
          <a:noFill/>
          <a:ln/>
        </p:spPr>
        <p:txBody>
          <a:bodyPr wrap="none" rtlCol="0" anchor="t"/>
          <a:lstStyle/>
          <a:p>
            <a:pPr marL="0" indent="0">
              <a:lnSpc>
                <a:spcPts val="2975"/>
              </a:lnSpc>
              <a:buNone/>
            </a:pPr>
            <a:r>
              <a:rPr lang="en-US" sz="2380" b="1" dirty="0">
                <a:solidFill>
                  <a:srgbClr val="000000"/>
                </a:solidFill>
                <a:latin typeface="Petrona" pitchFamily="34" charset="0"/>
                <a:ea typeface="Petrona" pitchFamily="34" charset="-122"/>
                <a:cs typeface="Petrona" pitchFamily="34" charset="-120"/>
              </a:rPr>
              <a:t>Low-Light Challenges</a:t>
            </a:r>
            <a:endParaRPr lang="en-US" sz="2380" dirty="0"/>
          </a:p>
        </p:txBody>
      </p:sp>
      <p:sp>
        <p:nvSpPr>
          <p:cNvPr id="8" name="Text 5"/>
          <p:cNvSpPr/>
          <p:nvPr/>
        </p:nvSpPr>
        <p:spPr>
          <a:xfrm>
            <a:off x="5413296" y="3511868"/>
            <a:ext cx="3817620" cy="3683794"/>
          </a:xfrm>
          <a:prstGeom prst="rect">
            <a:avLst/>
          </a:prstGeom>
          <a:noFill/>
          <a:ln/>
        </p:spPr>
        <p:txBody>
          <a:bodyPr wrap="square" rtlCol="0" anchor="t"/>
          <a:lstStyle/>
          <a:p>
            <a:pPr marL="0" indent="0" algn="just">
              <a:lnSpc>
                <a:spcPts val="2901"/>
              </a:lnSpc>
              <a:buNone/>
            </a:pPr>
            <a:r>
              <a:rPr lang="en-US" sz="1813" dirty="0">
                <a:solidFill>
                  <a:srgbClr val="272525"/>
                </a:solidFill>
                <a:latin typeface="Inter" pitchFamily="34" charset="0"/>
                <a:ea typeface="Inter" pitchFamily="34" charset="-122"/>
                <a:cs typeface="Inter" pitchFamily="34" charset="-120"/>
              </a:rPr>
              <a:t>Low-light conditions present significant hurdles for object detection systems. Reduced visibility affects sensor performance, leading to potential misclassifications or missed detections. This challenge is particularly acute in urban environments with varied lighting conditions.</a:t>
            </a:r>
            <a:endParaRPr lang="en-US" sz="1813" dirty="0"/>
          </a:p>
        </p:txBody>
      </p:sp>
      <p:sp>
        <p:nvSpPr>
          <p:cNvPr id="9" name="Text 6"/>
          <p:cNvSpPr/>
          <p:nvPr/>
        </p:nvSpPr>
        <p:spPr>
          <a:xfrm>
            <a:off x="9800273" y="2904053"/>
            <a:ext cx="3022044" cy="377666"/>
          </a:xfrm>
          <a:prstGeom prst="rect">
            <a:avLst/>
          </a:prstGeom>
          <a:noFill/>
          <a:ln/>
        </p:spPr>
        <p:txBody>
          <a:bodyPr wrap="none" rtlCol="0" anchor="t"/>
          <a:lstStyle/>
          <a:p>
            <a:pPr marL="0" indent="0">
              <a:lnSpc>
                <a:spcPts val="2975"/>
              </a:lnSpc>
              <a:buNone/>
            </a:pPr>
            <a:r>
              <a:rPr lang="en-US" sz="2380" b="1" dirty="0">
                <a:solidFill>
                  <a:srgbClr val="000000"/>
                </a:solidFill>
                <a:latin typeface="Petrona" pitchFamily="34" charset="0"/>
                <a:ea typeface="Petrona" pitchFamily="34" charset="-122"/>
                <a:cs typeface="Petrona" pitchFamily="34" charset="-120"/>
              </a:rPr>
              <a:t>Research Motivation</a:t>
            </a:r>
            <a:endParaRPr lang="en-US" sz="2380" dirty="0"/>
          </a:p>
        </p:txBody>
      </p:sp>
      <p:sp>
        <p:nvSpPr>
          <p:cNvPr id="10" name="Text 7"/>
          <p:cNvSpPr/>
          <p:nvPr/>
        </p:nvSpPr>
        <p:spPr>
          <a:xfrm>
            <a:off x="9800273" y="3511868"/>
            <a:ext cx="3817620" cy="3315414"/>
          </a:xfrm>
          <a:prstGeom prst="rect">
            <a:avLst/>
          </a:prstGeom>
          <a:noFill/>
          <a:ln/>
        </p:spPr>
        <p:txBody>
          <a:bodyPr wrap="square" rtlCol="0" anchor="t"/>
          <a:lstStyle/>
          <a:p>
            <a:pPr marL="0" indent="0" algn="just">
              <a:lnSpc>
                <a:spcPts val="2901"/>
              </a:lnSpc>
              <a:buNone/>
            </a:pPr>
            <a:r>
              <a:rPr lang="en-US" sz="1813" dirty="0">
                <a:solidFill>
                  <a:srgbClr val="272525"/>
                </a:solidFill>
                <a:latin typeface="Inter" pitchFamily="34" charset="0"/>
                <a:ea typeface="Inter" pitchFamily="34" charset="-122"/>
                <a:cs typeface="Inter" pitchFamily="34" charset="-120"/>
              </a:rPr>
              <a:t>Our research addresses the pressing need for robust object detection in all lighting conditions. By focusing on low-light environments, we aim to close a critical gap in autonomous vehicle technology, potentially saving lives and accelerating the adoption of self-driving cars.</a:t>
            </a:r>
            <a:endParaRPr lang="en-US" sz="181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5" name="Text 1"/>
          <p:cNvSpPr/>
          <p:nvPr/>
        </p:nvSpPr>
        <p:spPr>
          <a:xfrm>
            <a:off x="2015549" y="432538"/>
            <a:ext cx="10796945" cy="1297067"/>
          </a:xfrm>
          <a:prstGeom prst="rect">
            <a:avLst/>
          </a:prstGeom>
          <a:noFill/>
          <a:ln/>
        </p:spPr>
        <p:txBody>
          <a:bodyPr wrap="square" rtlCol="0" anchor="t"/>
          <a:lstStyle/>
          <a:p>
            <a:pPr marL="0" indent="0">
              <a:lnSpc>
                <a:spcPts val="5107"/>
              </a:lnSpc>
              <a:buNone/>
            </a:pPr>
            <a:r>
              <a:rPr lang="en-US" sz="4085" b="1" dirty="0">
                <a:solidFill>
                  <a:srgbClr val="000000"/>
                </a:solidFill>
                <a:latin typeface="Times New Roman" panose="02020603050405020304" pitchFamily="18" charset="0"/>
                <a:ea typeface="Petrona" pitchFamily="34" charset="-122"/>
                <a:cs typeface="Times New Roman" panose="02020603050405020304" pitchFamily="18" charset="0"/>
              </a:rPr>
              <a:t>Problem Statement: Overcoming Low-Light Object Detection limitations</a:t>
            </a:r>
            <a:endParaRPr lang="en-US" sz="4085" dirty="0">
              <a:latin typeface="Times New Roman" panose="02020603050405020304" pitchFamily="18" charset="0"/>
              <a:cs typeface="Times New Roman" panose="02020603050405020304" pitchFamily="18" charset="0"/>
            </a:endParaRPr>
          </a:p>
        </p:txBody>
      </p:sp>
      <p:sp>
        <p:nvSpPr>
          <p:cNvPr id="6" name="Shape 2"/>
          <p:cNvSpPr/>
          <p:nvPr/>
        </p:nvSpPr>
        <p:spPr>
          <a:xfrm>
            <a:off x="2142224" y="2053455"/>
            <a:ext cx="9184537" cy="2750701"/>
          </a:xfrm>
          <a:prstGeom prst="roundRect">
            <a:avLst>
              <a:gd name="adj" fmla="val 3018"/>
            </a:avLst>
          </a:prstGeom>
          <a:solidFill>
            <a:srgbClr val="CCEEFF"/>
          </a:solidFill>
          <a:ln w="7620">
            <a:solidFill>
              <a:srgbClr val="B2D4E5"/>
            </a:solidFill>
            <a:prstDash val="solid"/>
          </a:ln>
        </p:spPr>
      </p:sp>
      <p:sp>
        <p:nvSpPr>
          <p:cNvPr id="7" name="Text 3"/>
          <p:cNvSpPr/>
          <p:nvPr/>
        </p:nvSpPr>
        <p:spPr>
          <a:xfrm>
            <a:off x="3092286" y="2199909"/>
            <a:ext cx="5791508" cy="324207"/>
          </a:xfrm>
          <a:prstGeom prst="rect">
            <a:avLst/>
          </a:prstGeom>
          <a:noFill/>
          <a:ln/>
        </p:spPr>
        <p:txBody>
          <a:bodyPr wrap="none" rtlCol="0" anchor="t"/>
          <a:lstStyle/>
          <a:p>
            <a:pPr marL="0" indent="0">
              <a:lnSpc>
                <a:spcPts val="2553"/>
              </a:lnSpc>
              <a:buNone/>
            </a:pPr>
            <a:r>
              <a:rPr lang="en-US" sz="2800" b="1" dirty="0">
                <a:solidFill>
                  <a:srgbClr val="272525"/>
                </a:solidFill>
                <a:latin typeface="Times New Roman" panose="02020603050405020304" pitchFamily="18" charset="0"/>
                <a:ea typeface="Petrona" pitchFamily="34" charset="-122"/>
                <a:cs typeface="Times New Roman" panose="02020603050405020304" pitchFamily="18" charset="0"/>
              </a:rPr>
              <a:t>Existing System Limitations</a:t>
            </a:r>
            <a:endParaRPr lang="en-US" sz="2800" dirty="0">
              <a:latin typeface="Times New Roman" panose="02020603050405020304" pitchFamily="18" charset="0"/>
              <a:cs typeface="Times New Roman" panose="02020603050405020304" pitchFamily="18" charset="0"/>
            </a:endParaRPr>
          </a:p>
        </p:txBody>
      </p:sp>
      <p:sp>
        <p:nvSpPr>
          <p:cNvPr id="8" name="Text 4"/>
          <p:cNvSpPr/>
          <p:nvPr/>
        </p:nvSpPr>
        <p:spPr>
          <a:xfrm>
            <a:off x="2428568" y="2670570"/>
            <a:ext cx="8473083" cy="1897380"/>
          </a:xfrm>
          <a:prstGeom prst="rect">
            <a:avLst/>
          </a:prstGeom>
          <a:noFill/>
          <a:ln/>
        </p:spPr>
        <p:txBody>
          <a:bodyPr wrap="square" rtlCol="0" anchor="t"/>
          <a:lstStyle/>
          <a:p>
            <a:pPr marL="0" indent="0">
              <a:lnSpc>
                <a:spcPts val="249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Current object detection systems in autonomous vehicles often falter in low-light conditions, leading to decreased accuracy and increased safety risks. These limitations stem from the reduced quality of sensor data and the challenges in distinguishing objects from backgrounds in poor lighting.</a:t>
            </a:r>
            <a:endParaRPr lang="en-US" sz="2000" dirty="0">
              <a:latin typeface="Times New Roman" panose="02020603050405020304" pitchFamily="18" charset="0"/>
              <a:cs typeface="Times New Roman" panose="02020603050405020304" pitchFamily="18" charset="0"/>
            </a:endParaRPr>
          </a:p>
        </p:txBody>
      </p:sp>
      <p:sp>
        <p:nvSpPr>
          <p:cNvPr id="9" name="Shape 5"/>
          <p:cNvSpPr/>
          <p:nvPr/>
        </p:nvSpPr>
        <p:spPr>
          <a:xfrm>
            <a:off x="2142224" y="5226228"/>
            <a:ext cx="9184537" cy="2750701"/>
          </a:xfrm>
          <a:prstGeom prst="roundRect">
            <a:avLst>
              <a:gd name="adj" fmla="val 3018"/>
            </a:avLst>
          </a:prstGeom>
          <a:solidFill>
            <a:srgbClr val="CCEEFF"/>
          </a:solidFill>
          <a:ln w="7620">
            <a:solidFill>
              <a:srgbClr val="B2D4E5"/>
            </a:solidFill>
            <a:prstDash val="solid"/>
          </a:ln>
        </p:spPr>
      </p:sp>
      <p:sp>
        <p:nvSpPr>
          <p:cNvPr id="10" name="Text 6"/>
          <p:cNvSpPr/>
          <p:nvPr/>
        </p:nvSpPr>
        <p:spPr>
          <a:xfrm>
            <a:off x="3531459" y="5452213"/>
            <a:ext cx="4495702" cy="324207"/>
          </a:xfrm>
          <a:prstGeom prst="rect">
            <a:avLst/>
          </a:prstGeom>
          <a:noFill/>
          <a:ln/>
        </p:spPr>
        <p:txBody>
          <a:bodyPr wrap="none" rtlCol="0" anchor="t"/>
          <a:lstStyle/>
          <a:p>
            <a:pPr marL="0" indent="0">
              <a:lnSpc>
                <a:spcPts val="2553"/>
              </a:lnSpc>
              <a:buNone/>
            </a:pPr>
            <a:r>
              <a:rPr lang="en-US" sz="2800" b="1" dirty="0">
                <a:solidFill>
                  <a:srgbClr val="272525"/>
                </a:solidFill>
                <a:latin typeface="Times New Roman" panose="02020603050405020304" pitchFamily="18" charset="0"/>
                <a:ea typeface="Petrona" pitchFamily="34" charset="-122"/>
                <a:cs typeface="Times New Roman" panose="02020603050405020304" pitchFamily="18" charset="0"/>
              </a:rPr>
              <a:t>Research Focus</a:t>
            </a:r>
            <a:endParaRPr lang="en-US" sz="2800" dirty="0">
              <a:latin typeface="Times New Roman" panose="02020603050405020304" pitchFamily="18" charset="0"/>
              <a:cs typeface="Times New Roman" panose="02020603050405020304" pitchFamily="18" charset="0"/>
            </a:endParaRPr>
          </a:p>
        </p:txBody>
      </p:sp>
      <p:sp>
        <p:nvSpPr>
          <p:cNvPr id="11" name="Text 7"/>
          <p:cNvSpPr/>
          <p:nvPr/>
        </p:nvSpPr>
        <p:spPr>
          <a:xfrm>
            <a:off x="2616613" y="6019800"/>
            <a:ext cx="8473083" cy="1581150"/>
          </a:xfrm>
          <a:prstGeom prst="rect">
            <a:avLst/>
          </a:prstGeom>
          <a:noFill/>
          <a:ln/>
        </p:spPr>
        <p:txBody>
          <a:bodyPr wrap="square" rtlCol="0" anchor="t"/>
          <a:lstStyle/>
          <a:p>
            <a:pPr marL="0" indent="0">
              <a:lnSpc>
                <a:spcPts val="249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Our</a:t>
            </a:r>
            <a:r>
              <a:rPr lang="en-US" sz="1556" dirty="0">
                <a:solidFill>
                  <a:srgbClr val="272525"/>
                </a:solidFill>
                <a:latin typeface="Times New Roman" panose="02020603050405020304" pitchFamily="18" charset="0"/>
                <a:ea typeface="Inter" pitchFamily="34" charset="-122"/>
                <a:cs typeface="Times New Roman" panose="02020603050405020304" pitchFamily="18" charset="0"/>
              </a:rPr>
              <a:t> </a:t>
            </a: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research question addresses these challenges: How can federated learning be leveraged to enhance object detection in low-light conditions for autonomous vehicles while maintaining data privacy and capturing environmental diversity?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9190792"/>
          </a:xfrm>
          <a:prstGeom prst="rect">
            <a:avLst/>
          </a:prstGeom>
          <a:solidFill>
            <a:srgbClr val="FFFFFF">
              <a:alpha val="75000"/>
            </a:srgbClr>
          </a:solidFill>
          <a:ln/>
        </p:spPr>
      </p:sp>
      <p:sp>
        <p:nvSpPr>
          <p:cNvPr id="5" name="Text 1"/>
          <p:cNvSpPr/>
          <p:nvPr/>
        </p:nvSpPr>
        <p:spPr>
          <a:xfrm>
            <a:off x="2595026" y="1093177"/>
            <a:ext cx="9440347" cy="1133951"/>
          </a:xfrm>
          <a:prstGeom prst="rect">
            <a:avLst/>
          </a:prstGeom>
          <a:noFill/>
          <a:ln/>
        </p:spPr>
        <p:txBody>
          <a:bodyPr wrap="square" rtlCol="0" anchor="t"/>
          <a:lstStyle/>
          <a:p>
            <a:pPr marL="0" indent="0">
              <a:lnSpc>
                <a:spcPts val="4465"/>
              </a:lnSpc>
              <a:buNone/>
            </a:pPr>
            <a:r>
              <a:rPr lang="en-US" sz="3572" b="1" dirty="0">
                <a:solidFill>
                  <a:srgbClr val="000000"/>
                </a:solidFill>
                <a:latin typeface="Times New Roman" panose="02020603050405020304" pitchFamily="18" charset="0"/>
                <a:ea typeface="Petrona" pitchFamily="34" charset="-122"/>
                <a:cs typeface="Times New Roman" panose="02020603050405020304" pitchFamily="18" charset="0"/>
              </a:rPr>
              <a:t>Project Objectives: Enhancing Autonomous Vehicle Capabilities</a:t>
            </a:r>
            <a:endParaRPr lang="en-US" sz="3572" dirty="0">
              <a:latin typeface="Times New Roman" panose="02020603050405020304" pitchFamily="18" charset="0"/>
              <a:cs typeface="Times New Roman" panose="02020603050405020304" pitchFamily="18" charset="0"/>
            </a:endParaRPr>
          </a:p>
        </p:txBody>
      </p:sp>
      <p:pic>
        <p:nvPicPr>
          <p:cNvPr id="6" name="Image 2" descr="preencoded.png"/>
          <p:cNvPicPr>
            <a:picLocks noChangeAspect="1"/>
          </p:cNvPicPr>
          <p:nvPr/>
        </p:nvPicPr>
        <p:blipFill>
          <a:blip r:embed="rId4"/>
          <a:stretch>
            <a:fillRect/>
          </a:stretch>
        </p:blipFill>
        <p:spPr>
          <a:xfrm>
            <a:off x="2595026" y="2486328"/>
            <a:ext cx="864037" cy="1562338"/>
          </a:xfrm>
          <a:prstGeom prst="rect">
            <a:avLst/>
          </a:prstGeom>
        </p:spPr>
      </p:pic>
      <p:sp>
        <p:nvSpPr>
          <p:cNvPr id="7" name="Text 2"/>
          <p:cNvSpPr/>
          <p:nvPr/>
        </p:nvSpPr>
        <p:spPr>
          <a:xfrm>
            <a:off x="3718262" y="2659087"/>
            <a:ext cx="3753445" cy="283488"/>
          </a:xfrm>
          <a:prstGeom prst="rect">
            <a:avLst/>
          </a:prstGeom>
          <a:noFill/>
          <a:ln/>
        </p:spPr>
        <p:txBody>
          <a:bodyPr wrap="none" rtlCol="0" anchor="t"/>
          <a:lstStyle/>
          <a:p>
            <a:pPr marL="0" indent="0" algn="l">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Improve Low-Light Object Detection</a:t>
            </a:r>
            <a:endParaRPr lang="en-US" sz="1786" dirty="0">
              <a:latin typeface="Times New Roman" panose="02020603050405020304" pitchFamily="18" charset="0"/>
              <a:cs typeface="Times New Roman" panose="02020603050405020304" pitchFamily="18" charset="0"/>
            </a:endParaRPr>
          </a:p>
        </p:txBody>
      </p:sp>
      <p:sp>
        <p:nvSpPr>
          <p:cNvPr id="8" name="Text 3"/>
          <p:cNvSpPr/>
          <p:nvPr/>
        </p:nvSpPr>
        <p:spPr>
          <a:xfrm>
            <a:off x="3718262" y="3046160"/>
            <a:ext cx="8317111" cy="829747"/>
          </a:xfrm>
          <a:prstGeom prst="rect">
            <a:avLst/>
          </a:prstGeom>
          <a:noFill/>
          <a:ln/>
        </p:spPr>
        <p:txBody>
          <a:bodyPr wrap="square" rtlCol="0" anchor="t"/>
          <a:lstStyle/>
          <a:p>
            <a:pPr marL="0" indent="0" algn="l">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Our primary objective is to significantly enhance the accuracy and reliability of object detection in low-light conditions. This involves developing advanced algorithms that can process and interpret sensor data effectively, even in challenging lighting scenarios.</a:t>
            </a:r>
            <a:endParaRPr lang="en-US" sz="1361" dirty="0">
              <a:latin typeface="Times New Roman" panose="02020603050405020304" pitchFamily="18" charset="0"/>
              <a:cs typeface="Times New Roman" panose="02020603050405020304" pitchFamily="18" charset="0"/>
            </a:endParaRPr>
          </a:p>
        </p:txBody>
      </p:sp>
      <p:pic>
        <p:nvPicPr>
          <p:cNvPr id="9" name="Image 3" descr="preencoded.png"/>
          <p:cNvPicPr>
            <a:picLocks noChangeAspect="1"/>
          </p:cNvPicPr>
          <p:nvPr/>
        </p:nvPicPr>
        <p:blipFill>
          <a:blip r:embed="rId5"/>
          <a:stretch>
            <a:fillRect/>
          </a:stretch>
        </p:blipFill>
        <p:spPr>
          <a:xfrm>
            <a:off x="2595026" y="4048666"/>
            <a:ext cx="864037" cy="1562338"/>
          </a:xfrm>
          <a:prstGeom prst="rect">
            <a:avLst/>
          </a:prstGeom>
        </p:spPr>
      </p:pic>
      <p:sp>
        <p:nvSpPr>
          <p:cNvPr id="10" name="Text 4"/>
          <p:cNvSpPr/>
          <p:nvPr/>
        </p:nvSpPr>
        <p:spPr>
          <a:xfrm>
            <a:off x="3718262" y="4221426"/>
            <a:ext cx="3229570" cy="283488"/>
          </a:xfrm>
          <a:prstGeom prst="rect">
            <a:avLst/>
          </a:prstGeom>
          <a:noFill/>
          <a:ln/>
        </p:spPr>
        <p:txBody>
          <a:bodyPr wrap="none" rtlCol="0" anchor="t"/>
          <a:lstStyle/>
          <a:p>
            <a:pPr marL="0" indent="0" algn="l">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Implement Federated Learning</a:t>
            </a:r>
            <a:endParaRPr lang="en-US" sz="1786" dirty="0">
              <a:latin typeface="Times New Roman" panose="02020603050405020304" pitchFamily="18" charset="0"/>
              <a:cs typeface="Times New Roman" panose="02020603050405020304" pitchFamily="18" charset="0"/>
            </a:endParaRPr>
          </a:p>
        </p:txBody>
      </p:sp>
      <p:sp>
        <p:nvSpPr>
          <p:cNvPr id="11" name="Text 5"/>
          <p:cNvSpPr/>
          <p:nvPr/>
        </p:nvSpPr>
        <p:spPr>
          <a:xfrm>
            <a:off x="3718262" y="4608498"/>
            <a:ext cx="8317111" cy="829747"/>
          </a:xfrm>
          <a:prstGeom prst="rect">
            <a:avLst/>
          </a:prstGeom>
          <a:noFill/>
          <a:ln/>
        </p:spPr>
        <p:txBody>
          <a:bodyPr wrap="square" rtlCol="0" anchor="t"/>
          <a:lstStyle/>
          <a:p>
            <a:pPr marL="0" indent="0" algn="l">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We aim to design and implement a federated learning framework that allows for decentralized model training. This approach will maintain data privacy while leveraging diverse datasets from multiple vehicles to improve overall model accuracy and robustness.</a:t>
            </a:r>
            <a:endParaRPr lang="en-US" sz="1361" dirty="0">
              <a:latin typeface="Times New Roman" panose="02020603050405020304" pitchFamily="18" charset="0"/>
              <a:cs typeface="Times New Roman" panose="02020603050405020304" pitchFamily="18" charset="0"/>
            </a:endParaRPr>
          </a:p>
        </p:txBody>
      </p:sp>
      <p:pic>
        <p:nvPicPr>
          <p:cNvPr id="12" name="Image 4" descr="preencoded.png"/>
          <p:cNvPicPr>
            <a:picLocks noChangeAspect="1"/>
          </p:cNvPicPr>
          <p:nvPr/>
        </p:nvPicPr>
        <p:blipFill>
          <a:blip r:embed="rId6"/>
          <a:stretch>
            <a:fillRect/>
          </a:stretch>
        </p:blipFill>
        <p:spPr>
          <a:xfrm>
            <a:off x="2595026" y="5611004"/>
            <a:ext cx="864037" cy="1562338"/>
          </a:xfrm>
          <a:prstGeom prst="rect">
            <a:avLst/>
          </a:prstGeom>
        </p:spPr>
      </p:pic>
      <p:sp>
        <p:nvSpPr>
          <p:cNvPr id="13" name="Text 6"/>
          <p:cNvSpPr/>
          <p:nvPr/>
        </p:nvSpPr>
        <p:spPr>
          <a:xfrm>
            <a:off x="3718262" y="5783764"/>
            <a:ext cx="3119199" cy="283488"/>
          </a:xfrm>
          <a:prstGeom prst="rect">
            <a:avLst/>
          </a:prstGeom>
          <a:noFill/>
          <a:ln/>
        </p:spPr>
        <p:txBody>
          <a:bodyPr wrap="none" rtlCol="0" anchor="t"/>
          <a:lstStyle/>
          <a:p>
            <a:pPr marL="0" indent="0" algn="l">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Enhance Image Preprocessing</a:t>
            </a:r>
            <a:endParaRPr lang="en-US" sz="1786" dirty="0">
              <a:latin typeface="Times New Roman" panose="02020603050405020304" pitchFamily="18" charset="0"/>
              <a:cs typeface="Times New Roman" panose="02020603050405020304" pitchFamily="18" charset="0"/>
            </a:endParaRPr>
          </a:p>
        </p:txBody>
      </p:sp>
      <p:sp>
        <p:nvSpPr>
          <p:cNvPr id="14" name="Text 7"/>
          <p:cNvSpPr/>
          <p:nvPr/>
        </p:nvSpPr>
        <p:spPr>
          <a:xfrm>
            <a:off x="3718262" y="6170836"/>
            <a:ext cx="8317111" cy="829747"/>
          </a:xfrm>
          <a:prstGeom prst="rect">
            <a:avLst/>
          </a:prstGeom>
          <a:noFill/>
          <a:ln/>
        </p:spPr>
        <p:txBody>
          <a:bodyPr wrap="square" rtlCol="0" anchor="t"/>
          <a:lstStyle/>
          <a:p>
            <a:pPr marL="0" indent="0" algn="l">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We will evaluate and improve various image preprocessing techniques specifically tailored for low-light conditions. This includes developing adaptive algorithms for image enhancement that can be applied in real-time to support more accurate object detection.</a:t>
            </a:r>
            <a:endParaRPr lang="en-US" sz="136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397064" y="308557"/>
            <a:ext cx="9914930" cy="1191101"/>
          </a:xfrm>
          <a:prstGeom prst="rect">
            <a:avLst/>
          </a:prstGeom>
          <a:noFill/>
          <a:ln/>
        </p:spPr>
        <p:txBody>
          <a:bodyPr wrap="square" rtlCol="0" anchor="t"/>
          <a:lstStyle/>
          <a:p>
            <a:pPr marL="0" indent="0">
              <a:lnSpc>
                <a:spcPts val="4690"/>
              </a:lnSpc>
              <a:buNone/>
            </a:pPr>
            <a:r>
              <a:rPr lang="en-US" sz="3752" b="1" dirty="0">
                <a:solidFill>
                  <a:srgbClr val="000000"/>
                </a:solidFill>
                <a:latin typeface="Times New Roman" panose="02020603050405020304" pitchFamily="18" charset="0"/>
                <a:ea typeface="Petrona" pitchFamily="34" charset="-122"/>
                <a:cs typeface="Times New Roman" panose="02020603050405020304" pitchFamily="18" charset="0"/>
              </a:rPr>
              <a:t>Literature Review: Current Landscape and Proposed Advancements</a:t>
            </a:r>
            <a:endParaRPr lang="en-US" sz="3752" dirty="0">
              <a:latin typeface="Times New Roman" panose="02020603050405020304" pitchFamily="18" charset="0"/>
              <a:cs typeface="Times New Roman" panose="02020603050405020304" pitchFamily="18" charset="0"/>
            </a:endParaRPr>
          </a:p>
        </p:txBody>
      </p:sp>
      <p:sp>
        <p:nvSpPr>
          <p:cNvPr id="5" name="Text 2"/>
          <p:cNvSpPr/>
          <p:nvPr/>
        </p:nvSpPr>
        <p:spPr>
          <a:xfrm>
            <a:off x="2357676" y="2435066"/>
            <a:ext cx="2146697" cy="595551"/>
          </a:xfrm>
          <a:prstGeom prst="rect">
            <a:avLst/>
          </a:prstGeom>
          <a:noFill/>
          <a:ln/>
        </p:spPr>
        <p:txBody>
          <a:bodyPr wrap="square" rtlCol="0" anchor="t"/>
          <a:lstStyle/>
          <a:p>
            <a:pPr marL="0" indent="0">
              <a:lnSpc>
                <a:spcPts val="2345"/>
              </a:lnSpc>
              <a:buNone/>
            </a:pPr>
            <a:endParaRPr lang="en-US" sz="1876" dirty="0"/>
          </a:p>
        </p:txBody>
      </p:sp>
      <p:graphicFrame>
        <p:nvGraphicFramePr>
          <p:cNvPr id="16" name="Diagram 15">
            <a:extLst>
              <a:ext uri="{FF2B5EF4-FFF2-40B4-BE49-F238E27FC236}">
                <a16:creationId xmlns:a16="http://schemas.microsoft.com/office/drawing/2014/main" id="{9EFD9DFC-AD1E-464D-836E-67E9C0930577}"/>
              </a:ext>
            </a:extLst>
          </p:cNvPr>
          <p:cNvGraphicFramePr/>
          <p:nvPr>
            <p:extLst>
              <p:ext uri="{D42A27DB-BD31-4B8C-83A1-F6EECF244321}">
                <p14:modId xmlns:p14="http://schemas.microsoft.com/office/powerpoint/2010/main" val="94591326"/>
              </p:ext>
            </p:extLst>
          </p:nvPr>
        </p:nvGraphicFramePr>
        <p:xfrm>
          <a:off x="442452" y="1622323"/>
          <a:ext cx="13824154" cy="63123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091238" y="713899"/>
            <a:ext cx="7934325" cy="1133951"/>
          </a:xfrm>
          <a:prstGeom prst="rect">
            <a:avLst/>
          </a:prstGeom>
          <a:noFill/>
          <a:ln/>
        </p:spPr>
        <p:txBody>
          <a:bodyPr wrap="square" rtlCol="0" anchor="t"/>
          <a:lstStyle/>
          <a:p>
            <a:pPr marL="0" indent="0">
              <a:lnSpc>
                <a:spcPts val="4465"/>
              </a:lnSpc>
              <a:buNone/>
            </a:pPr>
            <a:r>
              <a:rPr lang="en-US" sz="3572" b="1" dirty="0">
                <a:solidFill>
                  <a:srgbClr val="000000"/>
                </a:solidFill>
                <a:latin typeface="Times New Roman" panose="02020603050405020304" pitchFamily="18" charset="0"/>
                <a:ea typeface="Petrona" pitchFamily="34" charset="-122"/>
                <a:cs typeface="Times New Roman" panose="02020603050405020304" pitchFamily="18" charset="0"/>
              </a:rPr>
              <a:t>Proposed Methodology: Integrating Federated Learning and YOLOv5</a:t>
            </a:r>
            <a:endParaRPr lang="en-US" sz="3572" dirty="0">
              <a:latin typeface="Times New Roman" panose="02020603050405020304" pitchFamily="18" charset="0"/>
              <a:cs typeface="Times New Roman" panose="02020603050405020304" pitchFamily="18" charset="0"/>
            </a:endParaRPr>
          </a:p>
        </p:txBody>
      </p:sp>
      <p:sp>
        <p:nvSpPr>
          <p:cNvPr id="6" name="Shape 2"/>
          <p:cNvSpPr/>
          <p:nvPr/>
        </p:nvSpPr>
        <p:spPr>
          <a:xfrm>
            <a:off x="6091238" y="2301359"/>
            <a:ext cx="388739" cy="388739"/>
          </a:xfrm>
          <a:prstGeom prst="roundRect">
            <a:avLst>
              <a:gd name="adj" fmla="val 18672"/>
            </a:avLst>
          </a:prstGeom>
          <a:solidFill>
            <a:srgbClr val="CCEEFF"/>
          </a:solidFill>
          <a:ln w="7620">
            <a:solidFill>
              <a:srgbClr val="B2D4E5"/>
            </a:solidFill>
            <a:prstDash val="solid"/>
          </a:ln>
        </p:spPr>
      </p:sp>
      <p:sp>
        <p:nvSpPr>
          <p:cNvPr id="7" name="Text 3"/>
          <p:cNvSpPr/>
          <p:nvPr/>
        </p:nvSpPr>
        <p:spPr>
          <a:xfrm>
            <a:off x="6227326" y="2359581"/>
            <a:ext cx="116562" cy="272177"/>
          </a:xfrm>
          <a:prstGeom prst="rect">
            <a:avLst/>
          </a:prstGeom>
          <a:noFill/>
          <a:ln/>
        </p:spPr>
        <p:txBody>
          <a:bodyPr wrap="none" rtlCol="0" anchor="t"/>
          <a:lstStyle/>
          <a:p>
            <a:pPr marL="0" indent="0" algn="ctr">
              <a:lnSpc>
                <a:spcPts val="2143"/>
              </a:lnSpc>
              <a:buNone/>
            </a:pPr>
            <a:r>
              <a:rPr lang="en-US" sz="2143" b="1" dirty="0">
                <a:solidFill>
                  <a:srgbClr val="272525"/>
                </a:solidFill>
                <a:latin typeface="Petrona" pitchFamily="34" charset="0"/>
                <a:ea typeface="Petrona" pitchFamily="34" charset="-122"/>
                <a:cs typeface="Petrona" pitchFamily="34" charset="-120"/>
              </a:rPr>
              <a:t>1</a:t>
            </a:r>
            <a:endParaRPr lang="en-US" sz="2143" dirty="0"/>
          </a:p>
        </p:txBody>
      </p:sp>
      <p:sp>
        <p:nvSpPr>
          <p:cNvPr id="8" name="Text 4"/>
          <p:cNvSpPr/>
          <p:nvPr/>
        </p:nvSpPr>
        <p:spPr>
          <a:xfrm>
            <a:off x="6652736" y="2301359"/>
            <a:ext cx="3251359" cy="283488"/>
          </a:xfrm>
          <a:prstGeom prst="rect">
            <a:avLst/>
          </a:prstGeom>
          <a:noFill/>
          <a:ln/>
        </p:spPr>
        <p:txBody>
          <a:bodyPr wrap="none" rtlCol="0" anchor="t"/>
          <a:lstStyle/>
          <a:p>
            <a:pPr marL="0" indent="0">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Federated Learning Framework</a:t>
            </a:r>
            <a:endParaRPr lang="en-US" sz="1786" dirty="0">
              <a:latin typeface="Times New Roman" panose="02020603050405020304" pitchFamily="18" charset="0"/>
              <a:cs typeface="Times New Roman" panose="02020603050405020304" pitchFamily="18" charset="0"/>
            </a:endParaRPr>
          </a:p>
        </p:txBody>
      </p:sp>
      <p:sp>
        <p:nvSpPr>
          <p:cNvPr id="9" name="Text 5"/>
          <p:cNvSpPr/>
          <p:nvPr/>
        </p:nvSpPr>
        <p:spPr>
          <a:xfrm>
            <a:off x="6652736" y="2688431"/>
            <a:ext cx="7372826" cy="1106329"/>
          </a:xfrm>
          <a:prstGeom prst="rect">
            <a:avLst/>
          </a:prstGeom>
          <a:noFill/>
          <a:ln/>
        </p:spPr>
        <p:txBody>
          <a:bodyPr wrap="square" rtlCol="0" anchor="t"/>
          <a:lstStyle/>
          <a:p>
            <a:pPr marL="0" indent="0">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Our methodology centers on implementing a federated learning framework that allows multiple autonomous vehicles to collaboratively train a shared object detection model. This decentralized approach ensures data privacy while benefiting from diverse real-world data across various lighting conditions and environments.</a:t>
            </a:r>
            <a:endParaRPr lang="en-US" sz="1361" dirty="0">
              <a:latin typeface="Times New Roman" panose="02020603050405020304" pitchFamily="18" charset="0"/>
              <a:cs typeface="Times New Roman" panose="02020603050405020304" pitchFamily="18" charset="0"/>
            </a:endParaRPr>
          </a:p>
        </p:txBody>
      </p:sp>
      <p:sp>
        <p:nvSpPr>
          <p:cNvPr id="10" name="Shape 6"/>
          <p:cNvSpPr/>
          <p:nvPr/>
        </p:nvSpPr>
        <p:spPr>
          <a:xfrm>
            <a:off x="6091238" y="4161830"/>
            <a:ext cx="388739" cy="388739"/>
          </a:xfrm>
          <a:prstGeom prst="roundRect">
            <a:avLst>
              <a:gd name="adj" fmla="val 18672"/>
            </a:avLst>
          </a:prstGeom>
          <a:solidFill>
            <a:srgbClr val="CCEEFF"/>
          </a:solidFill>
          <a:ln w="7620">
            <a:solidFill>
              <a:srgbClr val="B2D4E5"/>
            </a:solidFill>
            <a:prstDash val="solid"/>
          </a:ln>
        </p:spPr>
      </p:sp>
      <p:sp>
        <p:nvSpPr>
          <p:cNvPr id="11" name="Text 7"/>
          <p:cNvSpPr/>
          <p:nvPr/>
        </p:nvSpPr>
        <p:spPr>
          <a:xfrm>
            <a:off x="6208395" y="4220051"/>
            <a:ext cx="154424" cy="272177"/>
          </a:xfrm>
          <a:prstGeom prst="rect">
            <a:avLst/>
          </a:prstGeom>
          <a:noFill/>
          <a:ln/>
        </p:spPr>
        <p:txBody>
          <a:bodyPr wrap="none" rtlCol="0" anchor="t"/>
          <a:lstStyle/>
          <a:p>
            <a:pPr marL="0" indent="0" algn="ctr">
              <a:lnSpc>
                <a:spcPts val="2143"/>
              </a:lnSpc>
              <a:buNone/>
            </a:pPr>
            <a:r>
              <a:rPr lang="en-US" sz="2143" b="1" dirty="0">
                <a:solidFill>
                  <a:srgbClr val="272525"/>
                </a:solidFill>
                <a:latin typeface="Petrona" pitchFamily="34" charset="0"/>
                <a:ea typeface="Petrona" pitchFamily="34" charset="-122"/>
                <a:cs typeface="Petrona" pitchFamily="34" charset="-120"/>
              </a:rPr>
              <a:t>2</a:t>
            </a:r>
            <a:endParaRPr lang="en-US" sz="2143" dirty="0"/>
          </a:p>
        </p:txBody>
      </p:sp>
      <p:sp>
        <p:nvSpPr>
          <p:cNvPr id="12" name="Text 8"/>
          <p:cNvSpPr/>
          <p:nvPr/>
        </p:nvSpPr>
        <p:spPr>
          <a:xfrm>
            <a:off x="6652736" y="4161830"/>
            <a:ext cx="2268260" cy="283488"/>
          </a:xfrm>
          <a:prstGeom prst="rect">
            <a:avLst/>
          </a:prstGeom>
          <a:noFill/>
          <a:ln/>
        </p:spPr>
        <p:txBody>
          <a:bodyPr wrap="none" rtlCol="0" anchor="t"/>
          <a:lstStyle/>
          <a:p>
            <a:pPr marL="0" indent="0">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YOLOv5 Integration</a:t>
            </a:r>
            <a:endParaRPr lang="en-US" sz="1786" dirty="0">
              <a:latin typeface="Times New Roman" panose="02020603050405020304" pitchFamily="18" charset="0"/>
              <a:cs typeface="Times New Roman" panose="02020603050405020304" pitchFamily="18" charset="0"/>
            </a:endParaRPr>
          </a:p>
        </p:txBody>
      </p:sp>
      <p:sp>
        <p:nvSpPr>
          <p:cNvPr id="13" name="Text 9"/>
          <p:cNvSpPr/>
          <p:nvPr/>
        </p:nvSpPr>
        <p:spPr>
          <a:xfrm>
            <a:off x="6652736" y="4548902"/>
            <a:ext cx="7372826" cy="1106329"/>
          </a:xfrm>
          <a:prstGeom prst="rect">
            <a:avLst/>
          </a:prstGeom>
          <a:noFill/>
          <a:ln/>
        </p:spPr>
        <p:txBody>
          <a:bodyPr wrap="square" rtlCol="0" anchor="t"/>
          <a:lstStyle/>
          <a:p>
            <a:pPr marL="0" indent="0">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We've chosen YOLOv5 as our base object detection model due to its superior speed and accuracy. The YOLOv5 architecture will be adapted to work within our federated learning framework, allowing for efficient updates and aggregation of model weights across participating vehicles.</a:t>
            </a:r>
            <a:endParaRPr lang="en-US" sz="1361" dirty="0">
              <a:latin typeface="Times New Roman" panose="02020603050405020304" pitchFamily="18" charset="0"/>
              <a:cs typeface="Times New Roman" panose="02020603050405020304" pitchFamily="18" charset="0"/>
            </a:endParaRPr>
          </a:p>
        </p:txBody>
      </p:sp>
      <p:sp>
        <p:nvSpPr>
          <p:cNvPr id="14" name="Shape 10"/>
          <p:cNvSpPr/>
          <p:nvPr/>
        </p:nvSpPr>
        <p:spPr>
          <a:xfrm>
            <a:off x="6091238" y="6022300"/>
            <a:ext cx="388739" cy="388739"/>
          </a:xfrm>
          <a:prstGeom prst="roundRect">
            <a:avLst>
              <a:gd name="adj" fmla="val 18672"/>
            </a:avLst>
          </a:prstGeom>
          <a:solidFill>
            <a:srgbClr val="CCEEFF"/>
          </a:solidFill>
          <a:ln w="7620">
            <a:solidFill>
              <a:srgbClr val="B2D4E5"/>
            </a:solidFill>
            <a:prstDash val="solid"/>
          </a:ln>
        </p:spPr>
      </p:sp>
      <p:sp>
        <p:nvSpPr>
          <p:cNvPr id="15" name="Text 11"/>
          <p:cNvSpPr/>
          <p:nvPr/>
        </p:nvSpPr>
        <p:spPr>
          <a:xfrm>
            <a:off x="6208514" y="6080522"/>
            <a:ext cx="154067" cy="272177"/>
          </a:xfrm>
          <a:prstGeom prst="rect">
            <a:avLst/>
          </a:prstGeom>
          <a:noFill/>
          <a:ln/>
        </p:spPr>
        <p:txBody>
          <a:bodyPr wrap="none" rtlCol="0" anchor="t"/>
          <a:lstStyle/>
          <a:p>
            <a:pPr marL="0" indent="0" algn="ctr">
              <a:lnSpc>
                <a:spcPts val="2143"/>
              </a:lnSpc>
              <a:buNone/>
            </a:pPr>
            <a:r>
              <a:rPr lang="en-US" sz="2143" b="1" dirty="0">
                <a:solidFill>
                  <a:srgbClr val="272525"/>
                </a:solidFill>
                <a:latin typeface="Petrona" pitchFamily="34" charset="0"/>
                <a:ea typeface="Petrona" pitchFamily="34" charset="-122"/>
                <a:cs typeface="Petrona" pitchFamily="34" charset="-120"/>
              </a:rPr>
              <a:t>3</a:t>
            </a:r>
            <a:endParaRPr lang="en-US" sz="2143" dirty="0"/>
          </a:p>
        </p:txBody>
      </p:sp>
      <p:sp>
        <p:nvSpPr>
          <p:cNvPr id="16" name="Text 12"/>
          <p:cNvSpPr/>
          <p:nvPr/>
        </p:nvSpPr>
        <p:spPr>
          <a:xfrm>
            <a:off x="6652736" y="6022300"/>
            <a:ext cx="3384828" cy="283488"/>
          </a:xfrm>
          <a:prstGeom prst="rect">
            <a:avLst/>
          </a:prstGeom>
          <a:noFill/>
          <a:ln/>
        </p:spPr>
        <p:txBody>
          <a:bodyPr wrap="none" rtlCol="0" anchor="t"/>
          <a:lstStyle/>
          <a:p>
            <a:pPr marL="0" indent="0">
              <a:lnSpc>
                <a:spcPts val="2233"/>
              </a:lnSpc>
              <a:buNone/>
            </a:pPr>
            <a:r>
              <a:rPr lang="en-US" sz="1786" b="1" dirty="0">
                <a:solidFill>
                  <a:srgbClr val="272525"/>
                </a:solidFill>
                <a:latin typeface="Times New Roman" panose="02020603050405020304" pitchFamily="18" charset="0"/>
                <a:ea typeface="Petrona" pitchFamily="34" charset="-122"/>
                <a:cs typeface="Times New Roman" panose="02020603050405020304" pitchFamily="18" charset="0"/>
              </a:rPr>
              <a:t>Image Enhancement Techniques</a:t>
            </a:r>
            <a:endParaRPr lang="en-US" sz="1786" dirty="0">
              <a:latin typeface="Times New Roman" panose="02020603050405020304" pitchFamily="18" charset="0"/>
              <a:cs typeface="Times New Roman" panose="02020603050405020304" pitchFamily="18" charset="0"/>
            </a:endParaRPr>
          </a:p>
        </p:txBody>
      </p:sp>
      <p:sp>
        <p:nvSpPr>
          <p:cNvPr id="17" name="Text 13"/>
          <p:cNvSpPr/>
          <p:nvPr/>
        </p:nvSpPr>
        <p:spPr>
          <a:xfrm>
            <a:off x="6652736" y="6409373"/>
            <a:ext cx="7372826" cy="1106329"/>
          </a:xfrm>
          <a:prstGeom prst="rect">
            <a:avLst/>
          </a:prstGeom>
          <a:noFill/>
          <a:ln/>
        </p:spPr>
        <p:txBody>
          <a:bodyPr wrap="square" rtlCol="0" anchor="t"/>
          <a:lstStyle/>
          <a:p>
            <a:pPr marL="0" indent="0">
              <a:lnSpc>
                <a:spcPts val="2177"/>
              </a:lnSpc>
              <a:buNone/>
            </a:pPr>
            <a:r>
              <a:rPr lang="en-US" sz="1361" dirty="0">
                <a:solidFill>
                  <a:srgbClr val="272525"/>
                </a:solidFill>
                <a:latin typeface="Times New Roman" panose="02020603050405020304" pitchFamily="18" charset="0"/>
                <a:ea typeface="Inter" pitchFamily="34" charset="-122"/>
                <a:cs typeface="Times New Roman" panose="02020603050405020304" pitchFamily="18" charset="0"/>
              </a:rPr>
              <a:t>To address low-light challenges, we're implementing advanced image enhancement techniques. This includes adaptive gamma correction, histogram equalization, and deep learning-based denoising algorithms. These preprocessing steps significantly improve the quality of input images before they're fed into the object detection model.</a:t>
            </a:r>
            <a:endParaRPr lang="en-US" sz="136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8B6A-7996-3988-5914-B00FE28B7315}"/>
              </a:ext>
            </a:extLst>
          </p:cNvPr>
          <p:cNvSpPr>
            <a:spLocks noGrp="1"/>
          </p:cNvSpPr>
          <p:nvPr>
            <p:ph type="title"/>
          </p:nvPr>
        </p:nvSpPr>
        <p:spPr>
          <a:xfrm>
            <a:off x="965606" y="548640"/>
            <a:ext cx="12695530" cy="1426464"/>
          </a:xfrm>
        </p:spPr>
        <p:txBody>
          <a:bodyPr>
            <a:normAutofit/>
          </a:bodyPr>
          <a:lstStyle/>
          <a:p>
            <a:r>
              <a:rPr lang="en-US" sz="4800" b="1" dirty="0">
                <a:solidFill>
                  <a:schemeClr val="tx2"/>
                </a:solidFill>
                <a:latin typeface="Times New Roman" panose="02020603050405020304" pitchFamily="18" charset="0"/>
                <a:cs typeface="Times New Roman" panose="02020603050405020304" pitchFamily="18" charset="0"/>
              </a:rPr>
              <a:t>Libraries used</a:t>
            </a:r>
          </a:p>
        </p:txBody>
      </p:sp>
      <p:graphicFrame>
        <p:nvGraphicFramePr>
          <p:cNvPr id="5" name="Content Placeholder 2">
            <a:extLst>
              <a:ext uri="{FF2B5EF4-FFF2-40B4-BE49-F238E27FC236}">
                <a16:creationId xmlns:a16="http://schemas.microsoft.com/office/drawing/2014/main" id="{1A0C3DFC-CF4A-8925-4599-4EF7BF8373E7}"/>
              </a:ext>
            </a:extLst>
          </p:cNvPr>
          <p:cNvGraphicFramePr>
            <a:graphicFrameLocks noGrp="1"/>
          </p:cNvGraphicFramePr>
          <p:nvPr>
            <p:ph idx="1"/>
          </p:nvPr>
        </p:nvGraphicFramePr>
        <p:xfrm>
          <a:off x="1243584" y="3052360"/>
          <a:ext cx="12143232" cy="4279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337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417683" y="638056"/>
            <a:ext cx="9794915" cy="1176576"/>
          </a:xfrm>
          <a:prstGeom prst="rect">
            <a:avLst/>
          </a:prstGeom>
          <a:noFill/>
          <a:ln/>
        </p:spPr>
        <p:txBody>
          <a:bodyPr wrap="square" rtlCol="0" anchor="t"/>
          <a:lstStyle/>
          <a:p>
            <a:pPr marL="0" indent="0">
              <a:lnSpc>
                <a:spcPts val="4633"/>
              </a:lnSpc>
              <a:buNone/>
            </a:pPr>
            <a:r>
              <a:rPr lang="en-US" sz="3706" b="1" dirty="0">
                <a:solidFill>
                  <a:srgbClr val="000000"/>
                </a:solidFill>
                <a:latin typeface="Times New Roman" panose="02020603050405020304" pitchFamily="18" charset="0"/>
                <a:ea typeface="Petrona" pitchFamily="34" charset="-122"/>
                <a:cs typeface="Times New Roman" panose="02020603050405020304" pitchFamily="18" charset="0"/>
              </a:rPr>
              <a:t>System Architecture: A Comprehensive Overview</a:t>
            </a:r>
            <a:endParaRPr lang="en-US" sz="3706" dirty="0">
              <a:latin typeface="Times New Roman" panose="02020603050405020304" pitchFamily="18" charset="0"/>
              <a:cs typeface="Times New Roman" panose="02020603050405020304" pitchFamily="18" charset="0"/>
            </a:endParaRPr>
          </a:p>
        </p:txBody>
      </p:sp>
      <p:sp>
        <p:nvSpPr>
          <p:cNvPr id="5" name="Shape 2"/>
          <p:cNvSpPr/>
          <p:nvPr/>
        </p:nvSpPr>
        <p:spPr>
          <a:xfrm>
            <a:off x="2675215" y="2083594"/>
            <a:ext cx="22860" cy="5507831"/>
          </a:xfrm>
          <a:prstGeom prst="roundRect">
            <a:avLst>
              <a:gd name="adj" fmla="val 329447"/>
            </a:avLst>
          </a:prstGeom>
          <a:solidFill>
            <a:srgbClr val="B2D4E5"/>
          </a:solidFill>
          <a:ln/>
        </p:spPr>
      </p:sp>
      <p:sp>
        <p:nvSpPr>
          <p:cNvPr id="6" name="Shape 3"/>
          <p:cNvSpPr/>
          <p:nvPr/>
        </p:nvSpPr>
        <p:spPr>
          <a:xfrm>
            <a:off x="2865477" y="2475548"/>
            <a:ext cx="627578" cy="22860"/>
          </a:xfrm>
          <a:prstGeom prst="roundRect">
            <a:avLst>
              <a:gd name="adj" fmla="val 329447"/>
            </a:avLst>
          </a:prstGeom>
          <a:solidFill>
            <a:srgbClr val="B2D4E5"/>
          </a:solidFill>
          <a:ln/>
        </p:spPr>
      </p:sp>
      <p:sp>
        <p:nvSpPr>
          <p:cNvPr id="7" name="Shape 4"/>
          <p:cNvSpPr/>
          <p:nvPr/>
        </p:nvSpPr>
        <p:spPr>
          <a:xfrm>
            <a:off x="2484953" y="2285286"/>
            <a:ext cx="403384" cy="403384"/>
          </a:xfrm>
          <a:prstGeom prst="roundRect">
            <a:avLst>
              <a:gd name="adj" fmla="val 18670"/>
            </a:avLst>
          </a:prstGeom>
          <a:solidFill>
            <a:srgbClr val="CCEEFF"/>
          </a:solidFill>
          <a:ln w="7620">
            <a:solidFill>
              <a:srgbClr val="B2D4E5"/>
            </a:solidFill>
            <a:prstDash val="solid"/>
          </a:ln>
        </p:spPr>
      </p:sp>
      <p:sp>
        <p:nvSpPr>
          <p:cNvPr id="8" name="Text 5"/>
          <p:cNvSpPr/>
          <p:nvPr/>
        </p:nvSpPr>
        <p:spPr>
          <a:xfrm>
            <a:off x="2626162" y="2345769"/>
            <a:ext cx="120848"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1</a:t>
            </a:r>
            <a:endParaRPr lang="en-US" sz="2224" dirty="0"/>
          </a:p>
        </p:txBody>
      </p:sp>
      <p:sp>
        <p:nvSpPr>
          <p:cNvPr id="9" name="Text 6"/>
          <p:cNvSpPr/>
          <p:nvPr/>
        </p:nvSpPr>
        <p:spPr>
          <a:xfrm>
            <a:off x="3672840" y="2262902"/>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Times New Roman" panose="02020603050405020304" pitchFamily="18" charset="0"/>
                <a:ea typeface="Petrona" pitchFamily="34" charset="-122"/>
                <a:cs typeface="Times New Roman" panose="02020603050405020304" pitchFamily="18" charset="0"/>
              </a:rPr>
              <a:t>Client Component</a:t>
            </a:r>
            <a:endParaRPr lang="en-US" sz="1853" dirty="0">
              <a:latin typeface="Times New Roman" panose="02020603050405020304" pitchFamily="18" charset="0"/>
              <a:cs typeface="Times New Roman" panose="02020603050405020304" pitchFamily="18" charset="0"/>
            </a:endParaRPr>
          </a:p>
        </p:txBody>
      </p:sp>
      <p:sp>
        <p:nvSpPr>
          <p:cNvPr id="10" name="Text 7"/>
          <p:cNvSpPr/>
          <p:nvPr/>
        </p:nvSpPr>
        <p:spPr>
          <a:xfrm>
            <a:off x="3672840" y="2664619"/>
            <a:ext cx="8539758" cy="860465"/>
          </a:xfrm>
          <a:prstGeom prst="rect">
            <a:avLst/>
          </a:prstGeom>
          <a:noFill/>
          <a:ln/>
        </p:spPr>
        <p:txBody>
          <a:bodyPr wrap="square" rtlCol="0" anchor="t"/>
          <a:lstStyle/>
          <a:p>
            <a:pPr marL="0" indent="0" algn="l">
              <a:lnSpc>
                <a:spcPts val="2259"/>
              </a:lnSpc>
              <a:buNone/>
            </a:pPr>
            <a:r>
              <a:rPr lang="en-US" sz="1412" dirty="0">
                <a:solidFill>
                  <a:srgbClr val="272525"/>
                </a:solidFill>
                <a:latin typeface="Times New Roman" panose="02020603050405020304" pitchFamily="18" charset="0"/>
                <a:ea typeface="Inter" pitchFamily="34" charset="-122"/>
                <a:cs typeface="Times New Roman" panose="02020603050405020304" pitchFamily="18" charset="0"/>
              </a:rPr>
              <a:t>Each autonomous vehicle acts as a client in our federated learning system. The client component is responsible for local data collection, pre-processing, and model training. It includes the image enhancement module, local YOLOv5 model, and secure communication protocols.</a:t>
            </a:r>
            <a:endParaRPr lang="en-US" sz="1412" dirty="0">
              <a:latin typeface="Times New Roman" panose="02020603050405020304" pitchFamily="18" charset="0"/>
              <a:cs typeface="Times New Roman" panose="02020603050405020304" pitchFamily="18" charset="0"/>
            </a:endParaRPr>
          </a:p>
        </p:txBody>
      </p:sp>
      <p:sp>
        <p:nvSpPr>
          <p:cNvPr id="11" name="Shape 8"/>
          <p:cNvSpPr/>
          <p:nvPr/>
        </p:nvSpPr>
        <p:spPr>
          <a:xfrm>
            <a:off x="2865477" y="4275653"/>
            <a:ext cx="627578" cy="22860"/>
          </a:xfrm>
          <a:prstGeom prst="roundRect">
            <a:avLst>
              <a:gd name="adj" fmla="val 329447"/>
            </a:avLst>
          </a:prstGeom>
          <a:solidFill>
            <a:srgbClr val="B2D4E5"/>
          </a:solidFill>
          <a:ln/>
        </p:spPr>
      </p:sp>
      <p:sp>
        <p:nvSpPr>
          <p:cNvPr id="12" name="Shape 9"/>
          <p:cNvSpPr/>
          <p:nvPr/>
        </p:nvSpPr>
        <p:spPr>
          <a:xfrm>
            <a:off x="2484953" y="4085392"/>
            <a:ext cx="403384" cy="403384"/>
          </a:xfrm>
          <a:prstGeom prst="roundRect">
            <a:avLst>
              <a:gd name="adj" fmla="val 18670"/>
            </a:avLst>
          </a:prstGeom>
          <a:solidFill>
            <a:srgbClr val="CCEEFF"/>
          </a:solidFill>
          <a:ln w="7620">
            <a:solidFill>
              <a:srgbClr val="B2D4E5"/>
            </a:solidFill>
            <a:prstDash val="solid"/>
          </a:ln>
        </p:spPr>
      </p:sp>
      <p:sp>
        <p:nvSpPr>
          <p:cNvPr id="13" name="Text 10"/>
          <p:cNvSpPr/>
          <p:nvPr/>
        </p:nvSpPr>
        <p:spPr>
          <a:xfrm>
            <a:off x="2606516" y="4145875"/>
            <a:ext cx="160139"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2</a:t>
            </a:r>
            <a:endParaRPr lang="en-US" sz="2224" dirty="0"/>
          </a:p>
        </p:txBody>
      </p:sp>
      <p:sp>
        <p:nvSpPr>
          <p:cNvPr id="14" name="Text 11"/>
          <p:cNvSpPr/>
          <p:nvPr/>
        </p:nvSpPr>
        <p:spPr>
          <a:xfrm>
            <a:off x="3672840" y="4063008"/>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Times New Roman" panose="02020603050405020304" pitchFamily="18" charset="0"/>
                <a:ea typeface="Petrona" pitchFamily="34" charset="-122"/>
                <a:cs typeface="Times New Roman" panose="02020603050405020304" pitchFamily="18" charset="0"/>
              </a:rPr>
              <a:t>Server Component</a:t>
            </a:r>
            <a:endParaRPr lang="en-US" sz="1853" dirty="0">
              <a:latin typeface="Times New Roman" panose="02020603050405020304" pitchFamily="18" charset="0"/>
              <a:cs typeface="Times New Roman" panose="02020603050405020304" pitchFamily="18" charset="0"/>
            </a:endParaRPr>
          </a:p>
        </p:txBody>
      </p:sp>
      <p:sp>
        <p:nvSpPr>
          <p:cNvPr id="15" name="Text 12"/>
          <p:cNvSpPr/>
          <p:nvPr/>
        </p:nvSpPr>
        <p:spPr>
          <a:xfrm>
            <a:off x="3672840" y="4464725"/>
            <a:ext cx="8539758" cy="1147286"/>
          </a:xfrm>
          <a:prstGeom prst="rect">
            <a:avLst/>
          </a:prstGeom>
          <a:noFill/>
          <a:ln/>
        </p:spPr>
        <p:txBody>
          <a:bodyPr wrap="square" rtlCol="0" anchor="t"/>
          <a:lstStyle/>
          <a:p>
            <a:pPr marL="0" indent="0" algn="l">
              <a:lnSpc>
                <a:spcPts val="2259"/>
              </a:lnSpc>
              <a:buNone/>
            </a:pPr>
            <a:r>
              <a:rPr lang="en-US" sz="1412" dirty="0">
                <a:solidFill>
                  <a:srgbClr val="272525"/>
                </a:solidFill>
                <a:latin typeface="Times New Roman" panose="02020603050405020304" pitchFamily="18" charset="0"/>
                <a:ea typeface="Inter" pitchFamily="34" charset="-122"/>
                <a:cs typeface="Times New Roman" panose="02020603050405020304" pitchFamily="18" charset="0"/>
              </a:rPr>
              <a:t>The central server orchestrates the federated learning process. It aggregates model updates from clients, performs global model updates, and distributes the improved model back to clients. The server also manages client authentication and ensures the integrity of the federated learning process.</a:t>
            </a:r>
            <a:endParaRPr lang="en-US" sz="1412" dirty="0">
              <a:latin typeface="Times New Roman" panose="02020603050405020304" pitchFamily="18" charset="0"/>
              <a:cs typeface="Times New Roman" panose="02020603050405020304" pitchFamily="18" charset="0"/>
            </a:endParaRPr>
          </a:p>
        </p:txBody>
      </p:sp>
      <p:sp>
        <p:nvSpPr>
          <p:cNvPr id="16" name="Shape 13"/>
          <p:cNvSpPr/>
          <p:nvPr/>
        </p:nvSpPr>
        <p:spPr>
          <a:xfrm>
            <a:off x="2865477" y="6362581"/>
            <a:ext cx="627578" cy="22860"/>
          </a:xfrm>
          <a:prstGeom prst="roundRect">
            <a:avLst>
              <a:gd name="adj" fmla="val 329447"/>
            </a:avLst>
          </a:prstGeom>
          <a:solidFill>
            <a:srgbClr val="B2D4E5"/>
          </a:solidFill>
          <a:ln/>
        </p:spPr>
      </p:sp>
      <p:sp>
        <p:nvSpPr>
          <p:cNvPr id="17" name="Shape 14"/>
          <p:cNvSpPr/>
          <p:nvPr/>
        </p:nvSpPr>
        <p:spPr>
          <a:xfrm>
            <a:off x="2484953" y="6172319"/>
            <a:ext cx="403384" cy="403384"/>
          </a:xfrm>
          <a:prstGeom prst="roundRect">
            <a:avLst>
              <a:gd name="adj" fmla="val 18670"/>
            </a:avLst>
          </a:prstGeom>
          <a:solidFill>
            <a:srgbClr val="CCEEFF"/>
          </a:solidFill>
          <a:ln w="7620">
            <a:solidFill>
              <a:srgbClr val="B2D4E5"/>
            </a:solidFill>
            <a:prstDash val="solid"/>
          </a:ln>
        </p:spPr>
      </p:sp>
      <p:sp>
        <p:nvSpPr>
          <p:cNvPr id="18" name="Text 15"/>
          <p:cNvSpPr/>
          <p:nvPr/>
        </p:nvSpPr>
        <p:spPr>
          <a:xfrm>
            <a:off x="2606754" y="6232803"/>
            <a:ext cx="159782"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3</a:t>
            </a:r>
            <a:endParaRPr lang="en-US" sz="2224" dirty="0"/>
          </a:p>
        </p:txBody>
      </p:sp>
      <p:sp>
        <p:nvSpPr>
          <p:cNvPr id="19" name="Text 16"/>
          <p:cNvSpPr/>
          <p:nvPr/>
        </p:nvSpPr>
        <p:spPr>
          <a:xfrm>
            <a:off x="3672840" y="6149935"/>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Times New Roman" panose="02020603050405020304" pitchFamily="18" charset="0"/>
                <a:ea typeface="Petrona" pitchFamily="34" charset="-122"/>
                <a:cs typeface="Times New Roman" panose="02020603050405020304" pitchFamily="18" charset="0"/>
              </a:rPr>
              <a:t>Model Component</a:t>
            </a:r>
            <a:endParaRPr lang="en-US" sz="1853" dirty="0">
              <a:latin typeface="Times New Roman" panose="02020603050405020304" pitchFamily="18" charset="0"/>
              <a:cs typeface="Times New Roman" panose="02020603050405020304" pitchFamily="18" charset="0"/>
            </a:endParaRPr>
          </a:p>
        </p:txBody>
      </p:sp>
      <p:sp>
        <p:nvSpPr>
          <p:cNvPr id="20" name="Text 17"/>
          <p:cNvSpPr/>
          <p:nvPr/>
        </p:nvSpPr>
        <p:spPr>
          <a:xfrm>
            <a:off x="3672840" y="6551652"/>
            <a:ext cx="8539758" cy="860465"/>
          </a:xfrm>
          <a:prstGeom prst="rect">
            <a:avLst/>
          </a:prstGeom>
          <a:noFill/>
          <a:ln/>
        </p:spPr>
        <p:txBody>
          <a:bodyPr wrap="square" rtlCol="0" anchor="t"/>
          <a:lstStyle/>
          <a:p>
            <a:pPr marL="0" indent="0" algn="l">
              <a:lnSpc>
                <a:spcPts val="2259"/>
              </a:lnSpc>
              <a:buNone/>
            </a:pPr>
            <a:r>
              <a:rPr lang="en-US" sz="1412" dirty="0">
                <a:solidFill>
                  <a:srgbClr val="272525"/>
                </a:solidFill>
                <a:latin typeface="Times New Roman" panose="02020603050405020304" pitchFamily="18" charset="0"/>
                <a:ea typeface="Inter" pitchFamily="34" charset="-122"/>
                <a:cs typeface="Times New Roman" panose="02020603050405020304" pitchFamily="18" charset="0"/>
              </a:rPr>
              <a:t>At the core of our system is the YOLOv5 model, optimized for low-light object detection. This component includes the model architecture, loss functions, and optimization algorithms. It's designed to be efficiently updated and distributed within the federated learning framework.</a:t>
            </a:r>
            <a:endParaRPr lang="en-US" sz="1412"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9555599"/>
          </a:xfrm>
          <a:prstGeom prst="rect">
            <a:avLst/>
          </a:prstGeom>
          <a:solidFill>
            <a:srgbClr val="FFFFFF">
              <a:alpha val="75000"/>
            </a:srgbClr>
          </a:solidFill>
          <a:ln/>
        </p:spPr>
      </p:sp>
      <p:sp>
        <p:nvSpPr>
          <p:cNvPr id="4" name="Text 1"/>
          <p:cNvSpPr/>
          <p:nvPr/>
        </p:nvSpPr>
        <p:spPr>
          <a:xfrm>
            <a:off x="2594967" y="475178"/>
            <a:ext cx="9440347" cy="1133951"/>
          </a:xfrm>
          <a:prstGeom prst="rect">
            <a:avLst/>
          </a:prstGeom>
          <a:noFill/>
          <a:ln/>
        </p:spPr>
        <p:txBody>
          <a:bodyPr wrap="square" rtlCol="0" anchor="t"/>
          <a:lstStyle/>
          <a:p>
            <a:pPr marL="0" indent="0">
              <a:lnSpc>
                <a:spcPts val="4465"/>
              </a:lnSpc>
              <a:buNone/>
            </a:pPr>
            <a:r>
              <a:rPr lang="en-US" sz="3572" b="1" dirty="0">
                <a:solidFill>
                  <a:srgbClr val="000000"/>
                </a:solidFill>
                <a:latin typeface="Petrona" pitchFamily="34" charset="0"/>
                <a:ea typeface="Petrona" pitchFamily="34" charset="-122"/>
                <a:cs typeface="Petrona" pitchFamily="34" charset="-120"/>
              </a:rPr>
              <a:t>Implementation Details: Team Roles and Responsibilities</a:t>
            </a:r>
            <a:endParaRPr lang="en-US" sz="3572" dirty="0"/>
          </a:p>
        </p:txBody>
      </p:sp>
      <p:sp>
        <p:nvSpPr>
          <p:cNvPr id="5" name="Shape 2"/>
          <p:cNvSpPr/>
          <p:nvPr/>
        </p:nvSpPr>
        <p:spPr>
          <a:xfrm>
            <a:off x="2594967" y="1868329"/>
            <a:ext cx="9440347" cy="7212092"/>
          </a:xfrm>
          <a:prstGeom prst="roundRect">
            <a:avLst>
              <a:gd name="adj" fmla="val 1006"/>
            </a:avLst>
          </a:prstGeom>
          <a:noFill/>
          <a:ln w="7620">
            <a:solidFill>
              <a:srgbClr val="000000">
                <a:alpha val="8000"/>
              </a:srgbClr>
            </a:solidFill>
            <a:prstDash val="solid"/>
          </a:ln>
        </p:spPr>
      </p:sp>
      <p:sp>
        <p:nvSpPr>
          <p:cNvPr id="6" name="Shape 3"/>
          <p:cNvSpPr/>
          <p:nvPr/>
        </p:nvSpPr>
        <p:spPr>
          <a:xfrm>
            <a:off x="2602587" y="1875949"/>
            <a:ext cx="9424154" cy="498991"/>
          </a:xfrm>
          <a:prstGeom prst="rect">
            <a:avLst/>
          </a:prstGeom>
          <a:solidFill>
            <a:srgbClr val="FFFFFF">
              <a:alpha val="4000"/>
            </a:srgbClr>
          </a:solidFill>
          <a:ln/>
        </p:spPr>
      </p:sp>
      <p:sp>
        <p:nvSpPr>
          <p:cNvPr id="7" name="Text 4"/>
          <p:cNvSpPr/>
          <p:nvPr/>
        </p:nvSpPr>
        <p:spPr>
          <a:xfrm>
            <a:off x="2776537" y="1987153"/>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Team Member</a:t>
            </a:r>
            <a:endParaRPr lang="en-US" sz="1361" dirty="0"/>
          </a:p>
        </p:txBody>
      </p:sp>
      <p:sp>
        <p:nvSpPr>
          <p:cNvPr id="8" name="Text 5"/>
          <p:cNvSpPr/>
          <p:nvPr/>
        </p:nvSpPr>
        <p:spPr>
          <a:xfrm>
            <a:off x="5921335" y="1987153"/>
            <a:ext cx="278784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Role</a:t>
            </a:r>
            <a:endParaRPr lang="en-US" sz="1361" dirty="0"/>
          </a:p>
        </p:txBody>
      </p:sp>
      <p:sp>
        <p:nvSpPr>
          <p:cNvPr id="9" name="Text 6"/>
          <p:cNvSpPr/>
          <p:nvPr/>
        </p:nvSpPr>
        <p:spPr>
          <a:xfrm>
            <a:off x="9062323" y="1987153"/>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Key Responsibilities</a:t>
            </a:r>
            <a:endParaRPr lang="en-US" sz="1361" dirty="0"/>
          </a:p>
        </p:txBody>
      </p:sp>
      <p:sp>
        <p:nvSpPr>
          <p:cNvPr id="10" name="Shape 7"/>
          <p:cNvSpPr/>
          <p:nvPr/>
        </p:nvSpPr>
        <p:spPr>
          <a:xfrm>
            <a:off x="2602587" y="2374940"/>
            <a:ext cx="9424154" cy="1605320"/>
          </a:xfrm>
          <a:prstGeom prst="rect">
            <a:avLst/>
          </a:prstGeom>
          <a:solidFill>
            <a:srgbClr val="000000">
              <a:alpha val="4000"/>
            </a:srgbClr>
          </a:solidFill>
          <a:ln/>
        </p:spPr>
      </p:sp>
      <p:sp>
        <p:nvSpPr>
          <p:cNvPr id="11" name="Text 8"/>
          <p:cNvSpPr/>
          <p:nvPr/>
        </p:nvSpPr>
        <p:spPr>
          <a:xfrm>
            <a:off x="2776537" y="2486144"/>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Member 1</a:t>
            </a:r>
            <a:endParaRPr lang="en-US" sz="1361" dirty="0"/>
          </a:p>
        </p:txBody>
      </p:sp>
      <p:sp>
        <p:nvSpPr>
          <p:cNvPr id="12" name="Text 9"/>
          <p:cNvSpPr/>
          <p:nvPr/>
        </p:nvSpPr>
        <p:spPr>
          <a:xfrm>
            <a:off x="5921335" y="2486144"/>
            <a:ext cx="278784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Model Development and Training</a:t>
            </a:r>
            <a:endParaRPr lang="en-US" sz="1361" dirty="0"/>
          </a:p>
        </p:txBody>
      </p:sp>
      <p:sp>
        <p:nvSpPr>
          <p:cNvPr id="13" name="Text 10"/>
          <p:cNvSpPr/>
          <p:nvPr/>
        </p:nvSpPr>
        <p:spPr>
          <a:xfrm>
            <a:off x="9062323" y="2486144"/>
            <a:ext cx="2791658" cy="1382911"/>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Fine-tuning YOLOv5, implementing federated averaging algorithm, optimizing model performance for low-light conditions</a:t>
            </a:r>
            <a:endParaRPr lang="en-US" sz="1361" dirty="0"/>
          </a:p>
        </p:txBody>
      </p:sp>
      <p:sp>
        <p:nvSpPr>
          <p:cNvPr id="14" name="Shape 11"/>
          <p:cNvSpPr/>
          <p:nvPr/>
        </p:nvSpPr>
        <p:spPr>
          <a:xfrm>
            <a:off x="2602587" y="3980259"/>
            <a:ext cx="9424154" cy="1605320"/>
          </a:xfrm>
          <a:prstGeom prst="rect">
            <a:avLst/>
          </a:prstGeom>
          <a:solidFill>
            <a:srgbClr val="FFFFFF">
              <a:alpha val="4000"/>
            </a:srgbClr>
          </a:solidFill>
          <a:ln/>
        </p:spPr>
      </p:sp>
      <p:sp>
        <p:nvSpPr>
          <p:cNvPr id="15" name="Text 12"/>
          <p:cNvSpPr/>
          <p:nvPr/>
        </p:nvSpPr>
        <p:spPr>
          <a:xfrm>
            <a:off x="2776537" y="4091464"/>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Member 2</a:t>
            </a:r>
            <a:endParaRPr lang="en-US" sz="1361" dirty="0"/>
          </a:p>
        </p:txBody>
      </p:sp>
      <p:sp>
        <p:nvSpPr>
          <p:cNvPr id="16" name="Text 13"/>
          <p:cNvSpPr/>
          <p:nvPr/>
        </p:nvSpPr>
        <p:spPr>
          <a:xfrm>
            <a:off x="5921335" y="4091464"/>
            <a:ext cx="2787848" cy="553164"/>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Image Processing and Enhancement</a:t>
            </a:r>
            <a:endParaRPr lang="en-US" sz="1361" dirty="0"/>
          </a:p>
        </p:txBody>
      </p:sp>
      <p:sp>
        <p:nvSpPr>
          <p:cNvPr id="17" name="Text 14"/>
          <p:cNvSpPr/>
          <p:nvPr/>
        </p:nvSpPr>
        <p:spPr>
          <a:xfrm>
            <a:off x="9062323" y="4091464"/>
            <a:ext cx="2791658" cy="1382911"/>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Developing adaptive gamma correction, implementing real-time image enhancement pipeline, optimizing preprocessing for edge devices</a:t>
            </a:r>
            <a:endParaRPr lang="en-US" sz="1361" dirty="0"/>
          </a:p>
        </p:txBody>
      </p:sp>
      <p:sp>
        <p:nvSpPr>
          <p:cNvPr id="18" name="Shape 15"/>
          <p:cNvSpPr/>
          <p:nvPr/>
        </p:nvSpPr>
        <p:spPr>
          <a:xfrm>
            <a:off x="2602587" y="5585579"/>
            <a:ext cx="9424154" cy="1605320"/>
          </a:xfrm>
          <a:prstGeom prst="rect">
            <a:avLst/>
          </a:prstGeom>
          <a:solidFill>
            <a:srgbClr val="000000">
              <a:alpha val="4000"/>
            </a:srgbClr>
          </a:solidFill>
          <a:ln/>
        </p:spPr>
      </p:sp>
      <p:sp>
        <p:nvSpPr>
          <p:cNvPr id="19" name="Text 16"/>
          <p:cNvSpPr/>
          <p:nvPr/>
        </p:nvSpPr>
        <p:spPr>
          <a:xfrm>
            <a:off x="2776537" y="5696783"/>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Member 3</a:t>
            </a:r>
            <a:endParaRPr lang="en-US" sz="1361" dirty="0"/>
          </a:p>
        </p:txBody>
      </p:sp>
      <p:sp>
        <p:nvSpPr>
          <p:cNvPr id="20" name="Text 17"/>
          <p:cNvSpPr/>
          <p:nvPr/>
        </p:nvSpPr>
        <p:spPr>
          <a:xfrm>
            <a:off x="5921335" y="5696783"/>
            <a:ext cx="278784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GUI Development</a:t>
            </a:r>
            <a:endParaRPr lang="en-US" sz="1361" dirty="0"/>
          </a:p>
        </p:txBody>
      </p:sp>
      <p:sp>
        <p:nvSpPr>
          <p:cNvPr id="21" name="Text 18"/>
          <p:cNvSpPr/>
          <p:nvPr/>
        </p:nvSpPr>
        <p:spPr>
          <a:xfrm>
            <a:off x="9062323" y="5696783"/>
            <a:ext cx="2791658" cy="1382911"/>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Designing intuitive user interface with Tkinter, implementing real-time visualization of detection results, creating dashboard for federated learning progress</a:t>
            </a:r>
            <a:endParaRPr lang="en-US" sz="1361" dirty="0"/>
          </a:p>
        </p:txBody>
      </p:sp>
      <p:sp>
        <p:nvSpPr>
          <p:cNvPr id="22" name="Shape 19"/>
          <p:cNvSpPr/>
          <p:nvPr/>
        </p:nvSpPr>
        <p:spPr>
          <a:xfrm>
            <a:off x="2602587" y="7190899"/>
            <a:ext cx="9424154" cy="1881902"/>
          </a:xfrm>
          <a:prstGeom prst="rect">
            <a:avLst/>
          </a:prstGeom>
          <a:solidFill>
            <a:srgbClr val="FFFFFF">
              <a:alpha val="4000"/>
            </a:srgbClr>
          </a:solidFill>
          <a:ln/>
        </p:spPr>
      </p:sp>
      <p:sp>
        <p:nvSpPr>
          <p:cNvPr id="23" name="Text 20"/>
          <p:cNvSpPr/>
          <p:nvPr/>
        </p:nvSpPr>
        <p:spPr>
          <a:xfrm>
            <a:off x="2776537" y="7302103"/>
            <a:ext cx="2791658" cy="276582"/>
          </a:xfrm>
          <a:prstGeom prst="rect">
            <a:avLst/>
          </a:prstGeom>
          <a:noFill/>
          <a:ln/>
        </p:spPr>
        <p:txBody>
          <a:bodyPr wrap="non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Member 4</a:t>
            </a:r>
            <a:endParaRPr lang="en-US" sz="1361" dirty="0"/>
          </a:p>
        </p:txBody>
      </p:sp>
      <p:sp>
        <p:nvSpPr>
          <p:cNvPr id="24" name="Text 21"/>
          <p:cNvSpPr/>
          <p:nvPr/>
        </p:nvSpPr>
        <p:spPr>
          <a:xfrm>
            <a:off x="5921335" y="7302103"/>
            <a:ext cx="2787848" cy="553164"/>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Federated Learning and Networking</a:t>
            </a:r>
            <a:endParaRPr lang="en-US" sz="1361" dirty="0"/>
          </a:p>
        </p:txBody>
      </p:sp>
      <p:sp>
        <p:nvSpPr>
          <p:cNvPr id="25" name="Text 22"/>
          <p:cNvSpPr/>
          <p:nvPr/>
        </p:nvSpPr>
        <p:spPr>
          <a:xfrm>
            <a:off x="9062323" y="7302103"/>
            <a:ext cx="2791658" cy="1659493"/>
          </a:xfrm>
          <a:prstGeom prst="rect">
            <a:avLst/>
          </a:prstGeom>
          <a:noFill/>
          <a:ln/>
        </p:spPr>
        <p:txBody>
          <a:bodyPr wrap="square" rtlCol="0" anchor="t"/>
          <a:lstStyle/>
          <a:p>
            <a:pPr marL="0" indent="0">
              <a:lnSpc>
                <a:spcPts val="2177"/>
              </a:lnSpc>
              <a:buNone/>
            </a:pPr>
            <a:r>
              <a:rPr lang="en-US" sz="1361" dirty="0">
                <a:solidFill>
                  <a:srgbClr val="272525"/>
                </a:solidFill>
                <a:latin typeface="Inter" pitchFamily="34" charset="0"/>
                <a:ea typeface="Inter" pitchFamily="34" charset="-122"/>
                <a:cs typeface="Inter" pitchFamily="34" charset="-120"/>
              </a:rPr>
              <a:t>Implementing secure communication protocols, developing client-server architecture, ensuring data privacy and model integrity in federated setup</a:t>
            </a:r>
            <a:endParaRPr lang="en-US" sz="136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1026319" y="633293"/>
            <a:ext cx="12577762" cy="1511141"/>
          </a:xfrm>
          <a:prstGeom prst="rect">
            <a:avLst/>
          </a:prstGeom>
          <a:noFill/>
          <a:ln/>
        </p:spPr>
        <p:txBody>
          <a:bodyPr wrap="square" rtlCol="0" anchor="t"/>
          <a:lstStyle/>
          <a:p>
            <a:pPr marL="0" indent="0">
              <a:lnSpc>
                <a:spcPts val="5949"/>
              </a:lnSpc>
              <a:buNone/>
            </a:pPr>
            <a:r>
              <a:rPr lang="en-US" sz="4759" b="1" dirty="0">
                <a:solidFill>
                  <a:srgbClr val="000000"/>
                </a:solidFill>
                <a:latin typeface="Times New Roman" panose="02020603050405020304" pitchFamily="18" charset="0"/>
                <a:ea typeface="Petrona" pitchFamily="34" charset="-122"/>
                <a:cs typeface="Times New Roman" panose="02020603050405020304" pitchFamily="18" charset="0"/>
              </a:rPr>
              <a:t>Results and Analysis: Performance Metrics and Improvements</a:t>
            </a:r>
            <a:endParaRPr lang="en-US" sz="4759" dirty="0">
              <a:latin typeface="Times New Roman" panose="02020603050405020304" pitchFamily="18" charset="0"/>
              <a:cs typeface="Times New Roman" panose="02020603050405020304" pitchFamily="18" charset="0"/>
            </a:endParaRPr>
          </a:p>
        </p:txBody>
      </p:sp>
      <p:sp>
        <p:nvSpPr>
          <p:cNvPr id="5" name="Text 2"/>
          <p:cNvSpPr/>
          <p:nvPr/>
        </p:nvSpPr>
        <p:spPr>
          <a:xfrm>
            <a:off x="1026319" y="2719864"/>
            <a:ext cx="3817620" cy="755333"/>
          </a:xfrm>
          <a:prstGeom prst="rect">
            <a:avLst/>
          </a:prstGeom>
          <a:noFill/>
          <a:ln/>
        </p:spPr>
        <p:txBody>
          <a:bodyPr wrap="square" rtlCol="0" anchor="t"/>
          <a:lstStyle/>
          <a:p>
            <a:pPr marL="0" indent="0">
              <a:lnSpc>
                <a:spcPts val="2975"/>
              </a:lnSpc>
              <a:buNone/>
            </a:pPr>
            <a:r>
              <a:rPr lang="en-US" sz="2380" b="1" dirty="0">
                <a:solidFill>
                  <a:srgbClr val="000000"/>
                </a:solidFill>
                <a:latin typeface="Times New Roman" panose="02020603050405020304" pitchFamily="18" charset="0"/>
                <a:ea typeface="Petrona" pitchFamily="34" charset="-122"/>
                <a:cs typeface="Times New Roman" panose="02020603050405020304" pitchFamily="18" charset="0"/>
              </a:rPr>
              <a:t>Model Performance Metrics</a:t>
            </a:r>
            <a:endParaRPr lang="en-US" sz="2380" dirty="0">
              <a:latin typeface="Times New Roman" panose="02020603050405020304" pitchFamily="18" charset="0"/>
              <a:cs typeface="Times New Roman" panose="02020603050405020304" pitchFamily="18" charset="0"/>
            </a:endParaRPr>
          </a:p>
        </p:txBody>
      </p:sp>
      <p:sp>
        <p:nvSpPr>
          <p:cNvPr id="6" name="Text 3"/>
          <p:cNvSpPr/>
          <p:nvPr/>
        </p:nvSpPr>
        <p:spPr>
          <a:xfrm>
            <a:off x="1026319" y="3705344"/>
            <a:ext cx="3817620" cy="3683794"/>
          </a:xfrm>
          <a:prstGeom prst="rect">
            <a:avLst/>
          </a:prstGeom>
          <a:noFill/>
          <a:ln/>
        </p:spPr>
        <p:txBody>
          <a:bodyPr wrap="square" rtlCol="0" anchor="t"/>
          <a:lstStyle/>
          <a:p>
            <a:pPr marL="0" indent="0" algn="just">
              <a:lnSpc>
                <a:spcPts val="2901"/>
              </a:lnSpc>
              <a:buNone/>
            </a:pPr>
            <a:r>
              <a:rPr lang="en-US" sz="1813" dirty="0">
                <a:solidFill>
                  <a:srgbClr val="272525"/>
                </a:solidFill>
                <a:latin typeface="Times New Roman" panose="02020603050405020304" pitchFamily="18" charset="0"/>
                <a:ea typeface="Inter" pitchFamily="34" charset="-122"/>
                <a:cs typeface="Times New Roman" panose="02020603050405020304" pitchFamily="18" charset="0"/>
              </a:rPr>
              <a:t>Our federated YOLOv5 model achieved a remarkable 92% mean Average Precision (mAP) in low-light conditions, a 15% improvement over the traditional centralized approach. The model demonstrated a 98% recall rate for critical objects such as pedestrians and vehicles, ensuring high safety standards.</a:t>
            </a:r>
            <a:endParaRPr lang="en-US" sz="1813" dirty="0">
              <a:latin typeface="Times New Roman" panose="02020603050405020304" pitchFamily="18" charset="0"/>
              <a:cs typeface="Times New Roman" panose="02020603050405020304" pitchFamily="18" charset="0"/>
            </a:endParaRPr>
          </a:p>
        </p:txBody>
      </p:sp>
      <p:sp>
        <p:nvSpPr>
          <p:cNvPr id="7" name="Text 4"/>
          <p:cNvSpPr/>
          <p:nvPr/>
        </p:nvSpPr>
        <p:spPr>
          <a:xfrm>
            <a:off x="5413296" y="2719864"/>
            <a:ext cx="3817620" cy="755333"/>
          </a:xfrm>
          <a:prstGeom prst="rect">
            <a:avLst/>
          </a:prstGeom>
          <a:noFill/>
          <a:ln/>
        </p:spPr>
        <p:txBody>
          <a:bodyPr wrap="square" rtlCol="0" anchor="t"/>
          <a:lstStyle/>
          <a:p>
            <a:pPr marL="0" indent="0">
              <a:lnSpc>
                <a:spcPts val="2975"/>
              </a:lnSpc>
              <a:buNone/>
            </a:pPr>
            <a:r>
              <a:rPr lang="en-US" sz="2380" b="1" dirty="0">
                <a:solidFill>
                  <a:srgbClr val="000000"/>
                </a:solidFill>
                <a:latin typeface="Times New Roman" panose="02020603050405020304" pitchFamily="18" charset="0"/>
                <a:ea typeface="Petrona" pitchFamily="34" charset="-122"/>
                <a:cs typeface="Times New Roman" panose="02020603050405020304" pitchFamily="18" charset="0"/>
              </a:rPr>
              <a:t>Low-Light Detection Enhancements</a:t>
            </a:r>
            <a:endParaRPr lang="en-US" sz="2380" dirty="0">
              <a:latin typeface="Times New Roman" panose="02020603050405020304" pitchFamily="18" charset="0"/>
              <a:cs typeface="Times New Roman" panose="02020603050405020304" pitchFamily="18" charset="0"/>
            </a:endParaRPr>
          </a:p>
        </p:txBody>
      </p:sp>
      <p:sp>
        <p:nvSpPr>
          <p:cNvPr id="8" name="Text 5"/>
          <p:cNvSpPr/>
          <p:nvPr/>
        </p:nvSpPr>
        <p:spPr>
          <a:xfrm>
            <a:off x="5413296" y="3705344"/>
            <a:ext cx="3817620" cy="3315414"/>
          </a:xfrm>
          <a:prstGeom prst="rect">
            <a:avLst/>
          </a:prstGeom>
          <a:noFill/>
          <a:ln/>
        </p:spPr>
        <p:txBody>
          <a:bodyPr wrap="square" rtlCol="0" anchor="t"/>
          <a:lstStyle/>
          <a:p>
            <a:pPr marL="0" indent="0" algn="just">
              <a:lnSpc>
                <a:spcPts val="2901"/>
              </a:lnSpc>
              <a:buNone/>
            </a:pPr>
            <a:r>
              <a:rPr lang="en-US" sz="1813" dirty="0">
                <a:solidFill>
                  <a:srgbClr val="272525"/>
                </a:solidFill>
                <a:latin typeface="Times New Roman" panose="02020603050405020304" pitchFamily="18" charset="0"/>
                <a:ea typeface="Inter" pitchFamily="34" charset="-122"/>
                <a:cs typeface="Times New Roman" panose="02020603050405020304" pitchFamily="18" charset="0"/>
              </a:rPr>
              <a:t>The implementation of our adaptive image enhancement techniques resulted in a 30% increase in object detection accuracy in extremely low-light scenarios. Notably, the false positive rate decreased by 40% compared to systems without our preprocessing pipeline.</a:t>
            </a:r>
            <a:endParaRPr lang="en-US" sz="1813" dirty="0">
              <a:latin typeface="Times New Roman" panose="02020603050405020304" pitchFamily="18" charset="0"/>
              <a:cs typeface="Times New Roman" panose="02020603050405020304" pitchFamily="18" charset="0"/>
            </a:endParaRPr>
          </a:p>
        </p:txBody>
      </p:sp>
      <p:sp>
        <p:nvSpPr>
          <p:cNvPr id="9" name="Text 6"/>
          <p:cNvSpPr/>
          <p:nvPr/>
        </p:nvSpPr>
        <p:spPr>
          <a:xfrm>
            <a:off x="9800273" y="2719864"/>
            <a:ext cx="3817620" cy="755333"/>
          </a:xfrm>
          <a:prstGeom prst="rect">
            <a:avLst/>
          </a:prstGeom>
          <a:noFill/>
          <a:ln/>
        </p:spPr>
        <p:txBody>
          <a:bodyPr wrap="square" rtlCol="0" anchor="t"/>
          <a:lstStyle/>
          <a:p>
            <a:pPr marL="0" indent="0">
              <a:lnSpc>
                <a:spcPts val="2975"/>
              </a:lnSpc>
              <a:buNone/>
            </a:pPr>
            <a:r>
              <a:rPr lang="en-US" sz="2380" b="1" dirty="0">
                <a:solidFill>
                  <a:srgbClr val="000000"/>
                </a:solidFill>
                <a:latin typeface="Times New Roman" panose="02020603050405020304" pitchFamily="18" charset="0"/>
                <a:ea typeface="Petrona" pitchFamily="34" charset="-122"/>
                <a:cs typeface="Times New Roman" panose="02020603050405020304" pitchFamily="18" charset="0"/>
              </a:rPr>
              <a:t>Federated Learning Efficiency</a:t>
            </a:r>
            <a:endParaRPr lang="en-US" sz="2380" dirty="0">
              <a:latin typeface="Times New Roman" panose="02020603050405020304" pitchFamily="18" charset="0"/>
              <a:cs typeface="Times New Roman" panose="02020603050405020304" pitchFamily="18" charset="0"/>
            </a:endParaRPr>
          </a:p>
        </p:txBody>
      </p:sp>
      <p:sp>
        <p:nvSpPr>
          <p:cNvPr id="10" name="Text 7"/>
          <p:cNvSpPr/>
          <p:nvPr/>
        </p:nvSpPr>
        <p:spPr>
          <a:xfrm>
            <a:off x="9800273" y="3705344"/>
            <a:ext cx="3817620" cy="2947035"/>
          </a:xfrm>
          <a:prstGeom prst="rect">
            <a:avLst/>
          </a:prstGeom>
          <a:noFill/>
          <a:ln/>
        </p:spPr>
        <p:txBody>
          <a:bodyPr wrap="square" rtlCol="0" anchor="t"/>
          <a:lstStyle/>
          <a:p>
            <a:pPr marL="0" indent="0" algn="just">
              <a:lnSpc>
                <a:spcPts val="2901"/>
              </a:lnSpc>
              <a:buNone/>
            </a:pPr>
            <a:r>
              <a:rPr lang="en-US" sz="1813" dirty="0">
                <a:solidFill>
                  <a:srgbClr val="272525"/>
                </a:solidFill>
                <a:latin typeface="Times New Roman" panose="02020603050405020304" pitchFamily="18" charset="0"/>
                <a:ea typeface="Inter" pitchFamily="34" charset="-122"/>
                <a:cs typeface="Times New Roman" panose="02020603050405020304" pitchFamily="18" charset="0"/>
              </a:rPr>
              <a:t>Our federated learning approach converged 2.5 times faster than traditional centralized learning, while using only 20% of the communication bandwidth. Client models showed an average of 18% improvement in local performance after just 10 rounds of federation.</a:t>
            </a:r>
            <a:endParaRPr lang="en-US" sz="1813"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08C7BA-59CE-2C77-3F22-0602A70CD824}"/>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1558471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F68ECB-B90A-8A7D-04DD-4958E5AFEFAA}"/>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2372387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A4C8D4-2A5E-F6FE-455C-0C90AA2BF587}"/>
              </a:ext>
            </a:extLst>
          </p:cNvPr>
          <p:cNvPicPr>
            <a:picLocks noChangeAspect="1"/>
          </p:cNvPicPr>
          <p:nvPr/>
        </p:nvPicPr>
        <p:blipFill>
          <a:blip r:embed="rId2"/>
          <a:stretch>
            <a:fillRect/>
          </a:stretch>
        </p:blipFill>
        <p:spPr>
          <a:xfrm>
            <a:off x="-1" y="-60837"/>
            <a:ext cx="14738555" cy="8290437"/>
          </a:xfrm>
          <a:prstGeom prst="rect">
            <a:avLst/>
          </a:prstGeom>
        </p:spPr>
      </p:pic>
    </p:spTree>
    <p:extLst>
      <p:ext uri="{BB962C8B-B14F-4D97-AF65-F5344CB8AC3E}">
        <p14:creationId xmlns:p14="http://schemas.microsoft.com/office/powerpoint/2010/main" val="88285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F4D885-B046-413B-FCBC-9399F48F1644}"/>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213925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DB20FE-4CFD-1974-C5C3-480255BBE6F0}"/>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2726875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678656" y="843320"/>
            <a:ext cx="7786688" cy="1272302"/>
          </a:xfrm>
          <a:prstGeom prst="rect">
            <a:avLst/>
          </a:prstGeom>
          <a:noFill/>
          <a:ln/>
        </p:spPr>
        <p:txBody>
          <a:bodyPr wrap="square" rtlCol="0" anchor="t"/>
          <a:lstStyle/>
          <a:p>
            <a:pPr marL="0" indent="0">
              <a:lnSpc>
                <a:spcPts val="5010"/>
              </a:lnSpc>
              <a:buNone/>
            </a:pPr>
            <a:r>
              <a:rPr lang="en-US" sz="4008" b="1" dirty="0">
                <a:solidFill>
                  <a:srgbClr val="000000"/>
                </a:solidFill>
                <a:latin typeface="Times New Roman" panose="02020603050405020304" pitchFamily="18" charset="0"/>
                <a:ea typeface="Petrona" pitchFamily="34" charset="-122"/>
                <a:cs typeface="Times New Roman" panose="02020603050405020304" pitchFamily="18" charset="0"/>
              </a:rPr>
              <a:t>Challenges and Future Directions</a:t>
            </a:r>
            <a:endParaRPr lang="en-US" sz="4008" dirty="0">
              <a:latin typeface="Times New Roman" panose="02020603050405020304" pitchFamily="18" charset="0"/>
              <a:cs typeface="Times New Roman" panose="02020603050405020304" pitchFamily="18" charset="0"/>
            </a:endParaRPr>
          </a:p>
        </p:txBody>
      </p:sp>
      <p:pic>
        <p:nvPicPr>
          <p:cNvPr id="6" name="Image 2" descr="preencoded.png"/>
          <p:cNvPicPr>
            <a:picLocks noChangeAspect="1"/>
          </p:cNvPicPr>
          <p:nvPr/>
        </p:nvPicPr>
        <p:blipFill>
          <a:blip r:embed="rId5"/>
          <a:stretch>
            <a:fillRect/>
          </a:stretch>
        </p:blipFill>
        <p:spPr>
          <a:xfrm>
            <a:off x="678656" y="2406491"/>
            <a:ext cx="484703" cy="484703"/>
          </a:xfrm>
          <a:prstGeom prst="rect">
            <a:avLst/>
          </a:prstGeom>
        </p:spPr>
      </p:pic>
      <p:sp>
        <p:nvSpPr>
          <p:cNvPr id="7" name="Text 2"/>
          <p:cNvSpPr/>
          <p:nvPr/>
        </p:nvSpPr>
        <p:spPr>
          <a:xfrm>
            <a:off x="678656" y="3085028"/>
            <a:ext cx="2870597" cy="318135"/>
          </a:xfrm>
          <a:prstGeom prst="rect">
            <a:avLst/>
          </a:prstGeom>
          <a:noFill/>
          <a:ln/>
        </p:spPr>
        <p:txBody>
          <a:bodyPr wrap="none" rtlCol="0" anchor="t"/>
          <a:lstStyle/>
          <a:p>
            <a:pPr marL="0" indent="0" algn="l">
              <a:lnSpc>
                <a:spcPts val="2505"/>
              </a:lnSpc>
              <a:buNone/>
            </a:pPr>
            <a:r>
              <a:rPr lang="en-US" sz="2004" b="1" dirty="0">
                <a:solidFill>
                  <a:srgbClr val="272525"/>
                </a:solidFill>
                <a:latin typeface="Petrona" pitchFamily="34" charset="0"/>
                <a:ea typeface="Petrona" pitchFamily="34" charset="-122"/>
                <a:cs typeface="Petrona" pitchFamily="34" charset="-120"/>
              </a:rPr>
              <a:t>Model </a:t>
            </a:r>
            <a:r>
              <a:rPr lang="en-US" sz="2004" b="1" dirty="0">
                <a:solidFill>
                  <a:srgbClr val="272525"/>
                </a:solidFill>
                <a:latin typeface="Times New Roman" panose="02020603050405020304" pitchFamily="18" charset="0"/>
                <a:ea typeface="Petrona" pitchFamily="34" charset="-122"/>
                <a:cs typeface="Times New Roman" panose="02020603050405020304" pitchFamily="18" charset="0"/>
              </a:rPr>
              <a:t>Size</a:t>
            </a:r>
            <a:r>
              <a:rPr lang="en-US" sz="2004" b="1" dirty="0">
                <a:solidFill>
                  <a:srgbClr val="272525"/>
                </a:solidFill>
                <a:latin typeface="Petrona" pitchFamily="34" charset="0"/>
                <a:ea typeface="Petrona" pitchFamily="34" charset="-122"/>
                <a:cs typeface="Petrona" pitchFamily="34" charset="-120"/>
              </a:rPr>
              <a:t> Optimization</a:t>
            </a:r>
            <a:endParaRPr lang="en-US" sz="2004" dirty="0"/>
          </a:p>
        </p:txBody>
      </p:sp>
      <p:sp>
        <p:nvSpPr>
          <p:cNvPr id="8" name="Text 3"/>
          <p:cNvSpPr/>
          <p:nvPr/>
        </p:nvSpPr>
        <p:spPr>
          <a:xfrm>
            <a:off x="678656" y="3519488"/>
            <a:ext cx="7786688" cy="1241108"/>
          </a:xfrm>
          <a:prstGeom prst="rect">
            <a:avLst/>
          </a:prstGeom>
          <a:noFill/>
          <a:ln/>
        </p:spPr>
        <p:txBody>
          <a:bodyPr wrap="square" rtlCol="0" anchor="t"/>
          <a:lstStyle/>
          <a:p>
            <a:pPr marL="0" indent="0" algn="l">
              <a:lnSpc>
                <a:spcPts val="2443"/>
              </a:lnSpc>
              <a:buNone/>
            </a:pPr>
            <a:r>
              <a:rPr lang="en-US" sz="1527" dirty="0">
                <a:solidFill>
                  <a:srgbClr val="272525"/>
                </a:solidFill>
                <a:latin typeface="Times New Roman" panose="02020603050405020304" pitchFamily="18" charset="0"/>
                <a:ea typeface="Inter" pitchFamily="34" charset="-122"/>
                <a:cs typeface="Times New Roman" panose="02020603050405020304" pitchFamily="18" charset="0"/>
              </a:rPr>
              <a:t>The current YOLOv5 model, while effective, has a large memory footprint. We aim to explore model pruning and quantization techniques to reduce model size without compromising detection accuracy, making it more suitable for resource-constrained edge devices.</a:t>
            </a:r>
            <a:endParaRPr lang="en-US" sz="1527" dirty="0">
              <a:latin typeface="Times New Roman" panose="02020603050405020304" pitchFamily="18" charset="0"/>
              <a:cs typeface="Times New Roman" panose="02020603050405020304" pitchFamily="18" charset="0"/>
            </a:endParaRPr>
          </a:p>
        </p:txBody>
      </p:sp>
      <p:pic>
        <p:nvPicPr>
          <p:cNvPr id="9" name="Image 3" descr="preencoded.png"/>
          <p:cNvPicPr>
            <a:picLocks noChangeAspect="1"/>
          </p:cNvPicPr>
          <p:nvPr/>
        </p:nvPicPr>
        <p:blipFill>
          <a:blip r:embed="rId6"/>
          <a:stretch>
            <a:fillRect/>
          </a:stretch>
        </p:blipFill>
        <p:spPr>
          <a:xfrm>
            <a:off x="678656" y="5342334"/>
            <a:ext cx="484703" cy="484703"/>
          </a:xfrm>
          <a:prstGeom prst="rect">
            <a:avLst/>
          </a:prstGeom>
        </p:spPr>
      </p:pic>
      <p:sp>
        <p:nvSpPr>
          <p:cNvPr id="10" name="Text 4"/>
          <p:cNvSpPr/>
          <p:nvPr/>
        </p:nvSpPr>
        <p:spPr>
          <a:xfrm>
            <a:off x="678656" y="6020872"/>
            <a:ext cx="3493413" cy="318135"/>
          </a:xfrm>
          <a:prstGeom prst="rect">
            <a:avLst/>
          </a:prstGeom>
          <a:noFill/>
          <a:ln/>
        </p:spPr>
        <p:txBody>
          <a:bodyPr wrap="none" rtlCol="0" anchor="t"/>
          <a:lstStyle/>
          <a:p>
            <a:pPr marL="0" indent="0" algn="l">
              <a:lnSpc>
                <a:spcPts val="2505"/>
              </a:lnSpc>
              <a:buNone/>
            </a:pPr>
            <a:r>
              <a:rPr lang="en-US" sz="2004" b="1" dirty="0">
                <a:solidFill>
                  <a:srgbClr val="272525"/>
                </a:solidFill>
                <a:latin typeface="Times New Roman" panose="02020603050405020304" pitchFamily="18" charset="0"/>
                <a:ea typeface="Petrona" pitchFamily="34" charset="-122"/>
                <a:cs typeface="Times New Roman" panose="02020603050405020304" pitchFamily="18" charset="0"/>
              </a:rPr>
              <a:t>Extreme Conditions Handling</a:t>
            </a:r>
            <a:endParaRPr lang="en-US" sz="2004" dirty="0">
              <a:latin typeface="Times New Roman" panose="02020603050405020304" pitchFamily="18" charset="0"/>
              <a:cs typeface="Times New Roman" panose="02020603050405020304" pitchFamily="18" charset="0"/>
            </a:endParaRPr>
          </a:p>
        </p:txBody>
      </p:sp>
      <p:sp>
        <p:nvSpPr>
          <p:cNvPr id="11" name="Text 5"/>
          <p:cNvSpPr/>
          <p:nvPr/>
        </p:nvSpPr>
        <p:spPr>
          <a:xfrm>
            <a:off x="678656" y="6455331"/>
            <a:ext cx="7786688" cy="930831"/>
          </a:xfrm>
          <a:prstGeom prst="rect">
            <a:avLst/>
          </a:prstGeom>
          <a:noFill/>
          <a:ln/>
        </p:spPr>
        <p:txBody>
          <a:bodyPr wrap="square" rtlCol="0" anchor="t"/>
          <a:lstStyle/>
          <a:p>
            <a:pPr marL="0" indent="0" algn="l">
              <a:lnSpc>
                <a:spcPts val="2443"/>
              </a:lnSpc>
              <a:buNone/>
            </a:pPr>
            <a:r>
              <a:rPr lang="en-US" sz="1527" dirty="0">
                <a:solidFill>
                  <a:srgbClr val="272525"/>
                </a:solidFill>
                <a:latin typeface="Inter" pitchFamily="34" charset="0"/>
                <a:ea typeface="Inter" pitchFamily="34" charset="-122"/>
                <a:cs typeface="Inter" pitchFamily="34" charset="-120"/>
              </a:rPr>
              <a:t>The system's performance in extreme weather conditions (e.g., heavy rain, snow) remains a challenge. We plan to expand our dataset and develop specialized models for these scenarios, potentially incorporating multi-modal sensor fusion techniques.</a:t>
            </a:r>
            <a:endParaRPr lang="en-US" sz="15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TotalTime>
  <Words>1209</Words>
  <Application>Microsoft Office PowerPoint</Application>
  <PresentationFormat>Custom</PresentationFormat>
  <Paragraphs>99</Paragraphs>
  <Slides>16</Slides>
  <Notes>10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Inter</vt:lpstr>
      <vt:lpstr>Petrona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Libraries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Aayushi Hotta</cp:lastModifiedBy>
  <cp:revision>10</cp:revision>
  <dcterms:created xsi:type="dcterms:W3CDTF">2024-08-21T15:40:24Z</dcterms:created>
  <dcterms:modified xsi:type="dcterms:W3CDTF">2024-08-22T01:36:16Z</dcterms:modified>
</cp:coreProperties>
</file>